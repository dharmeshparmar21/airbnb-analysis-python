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2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E3BB21-62D1-4440-85A7-F0684B2E48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6442AF-8C14-47BA-8716-42F235B20FD3}">
      <dgm:prSet/>
      <dgm:spPr>
        <a:solidFill>
          <a:srgbClr val="FF7575"/>
        </a:solidFill>
      </dgm:spPr>
      <dgm:t>
        <a:bodyPr/>
        <a:lstStyle/>
        <a:p>
          <a:r>
            <a:rPr lang="en-US"/>
            <a:t>- Founded: 2008</a:t>
          </a:r>
        </a:p>
      </dgm:t>
    </dgm:pt>
    <dgm:pt modelId="{8A231218-EE03-498B-A093-7AEE9B3F0C42}" type="parTrans" cxnId="{5FEB4BB9-532F-4D61-965C-143F2A373DAD}">
      <dgm:prSet/>
      <dgm:spPr/>
      <dgm:t>
        <a:bodyPr/>
        <a:lstStyle/>
        <a:p>
          <a:endParaRPr lang="en-US"/>
        </a:p>
      </dgm:t>
    </dgm:pt>
    <dgm:pt modelId="{20E3EF54-BA1A-4FE9-8E31-ADEDA63B3EDF}" type="sibTrans" cxnId="{5FEB4BB9-532F-4D61-965C-143F2A373DAD}">
      <dgm:prSet/>
      <dgm:spPr/>
      <dgm:t>
        <a:bodyPr/>
        <a:lstStyle/>
        <a:p>
          <a:endParaRPr lang="en-US"/>
        </a:p>
      </dgm:t>
    </dgm:pt>
    <dgm:pt modelId="{32564D46-1892-41B6-A06B-F4C0EB1053EE}">
      <dgm:prSet/>
      <dgm:spPr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0010" tIns="80010" rIns="80010" bIns="80010" numCol="1" spcCol="1270" anchor="ctr" anchorCtr="0"/>
        <a:lstStyle/>
        <a:p>
          <a:r>
            <a:rPr lang="en-US" dirty="0"/>
            <a:t>- Headquarters: San Francisco, California, USA</a:t>
          </a:r>
        </a:p>
      </dgm:t>
    </dgm:pt>
    <dgm:pt modelId="{8D1D694E-2BA5-4D25-84E4-002BB769D704}" type="parTrans" cxnId="{ACF8F352-07CE-474D-A17C-5CCAF73ED086}">
      <dgm:prSet/>
      <dgm:spPr/>
      <dgm:t>
        <a:bodyPr/>
        <a:lstStyle/>
        <a:p>
          <a:endParaRPr lang="en-US"/>
        </a:p>
      </dgm:t>
    </dgm:pt>
    <dgm:pt modelId="{4524AD40-05EC-4EF1-B655-2288E33DAAA8}" type="sibTrans" cxnId="{ACF8F352-07CE-474D-A17C-5CCAF73ED086}">
      <dgm:prSet/>
      <dgm:spPr/>
      <dgm:t>
        <a:bodyPr/>
        <a:lstStyle/>
        <a:p>
          <a:endParaRPr lang="en-US"/>
        </a:p>
      </dgm:t>
    </dgm:pt>
    <dgm:pt modelId="{C608F0D3-D5AF-49E5-A87B-6DDA049CF082}">
      <dgm:prSet custT="1"/>
      <dgm:spPr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0010" tIns="80010" rIns="80010" bIns="80010" numCol="1" spcCol="1270" anchor="ctr" anchorCtr="0"/>
        <a:lstStyle/>
        <a:p>
          <a:r>
            <a:rPr lang="en-US" sz="2100" kern="1200" dirty="0"/>
            <a:t>- Industry: </a:t>
          </a:r>
          <a:r>
            <a:rPr lang="en-US" sz="21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Travel</a:t>
          </a:r>
          <a:r>
            <a:rPr lang="en-US" sz="2100" kern="1200" dirty="0"/>
            <a:t> &amp; Hospitality</a:t>
          </a:r>
        </a:p>
      </dgm:t>
    </dgm:pt>
    <dgm:pt modelId="{7181C10E-0A29-45C9-8B0A-C39F6B825C37}" type="parTrans" cxnId="{617CB6F8-6159-4348-8AFD-857D0621EEEC}">
      <dgm:prSet/>
      <dgm:spPr/>
      <dgm:t>
        <a:bodyPr/>
        <a:lstStyle/>
        <a:p>
          <a:endParaRPr lang="en-US"/>
        </a:p>
      </dgm:t>
    </dgm:pt>
    <dgm:pt modelId="{0FD6E0DF-7285-4284-BAFD-E6DF38C367FA}" type="sibTrans" cxnId="{617CB6F8-6159-4348-8AFD-857D0621EEEC}">
      <dgm:prSet/>
      <dgm:spPr/>
      <dgm:t>
        <a:bodyPr/>
        <a:lstStyle/>
        <a:p>
          <a:endParaRPr lang="en-US"/>
        </a:p>
      </dgm:t>
    </dgm:pt>
    <dgm:pt modelId="{A288A2EB-B62D-4504-AC38-8FA22A349273}">
      <dgm:prSet custT="1"/>
      <dgm:spPr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0010" tIns="80010" rIns="80010" bIns="80010" numCol="1" spcCol="1270" anchor="ctr" anchorCtr="0"/>
        <a:lstStyle/>
        <a:p>
          <a:r>
            <a:rPr lang="en-US" sz="2100" kern="1200" dirty="0"/>
            <a:t>- Business </a:t>
          </a:r>
          <a:r>
            <a:rPr lang="en-US" sz="21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Model</a:t>
          </a:r>
          <a:r>
            <a:rPr lang="en-US" sz="2100" kern="1200" dirty="0"/>
            <a:t>: Online marketplace for short-term homestays and experiences</a:t>
          </a:r>
        </a:p>
      </dgm:t>
    </dgm:pt>
    <dgm:pt modelId="{6CF57F71-1C5C-4C74-8BE0-D90BCF6247E4}" type="parTrans" cxnId="{30824CF8-BFEB-42BA-B867-BF96477B5E4B}">
      <dgm:prSet/>
      <dgm:spPr/>
      <dgm:t>
        <a:bodyPr/>
        <a:lstStyle/>
        <a:p>
          <a:endParaRPr lang="en-US"/>
        </a:p>
      </dgm:t>
    </dgm:pt>
    <dgm:pt modelId="{F44F3D2E-4049-4900-95B3-6B93E9818296}" type="sibTrans" cxnId="{30824CF8-BFEB-42BA-B867-BF96477B5E4B}">
      <dgm:prSet/>
      <dgm:spPr/>
      <dgm:t>
        <a:bodyPr/>
        <a:lstStyle/>
        <a:p>
          <a:endParaRPr lang="en-US"/>
        </a:p>
      </dgm:t>
    </dgm:pt>
    <dgm:pt modelId="{1742D3AF-B664-4E25-AD9E-FCAD3F997362}">
      <dgm:prSet custT="1"/>
      <dgm:spPr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3820" tIns="83820" rIns="83820" bIns="83820" numCol="1" spcCol="1270" anchor="ctr" anchorCtr="0"/>
        <a:lstStyle/>
        <a:p>
          <a:r>
            <a:rPr lang="en-US" sz="2200" kern="1200" dirty="0"/>
            <a:t>- </a:t>
          </a:r>
          <a:r>
            <a:rPr lang="en-US" sz="2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Mission</a:t>
          </a:r>
          <a:r>
            <a:rPr lang="en-US" sz="2200" kern="1200" dirty="0"/>
            <a:t>: To help create a world where anyone can belong anywhere</a:t>
          </a:r>
        </a:p>
      </dgm:t>
    </dgm:pt>
    <dgm:pt modelId="{7F5D3BA0-6E2E-48B0-9B51-61336FB92F67}" type="parTrans" cxnId="{F1221B2A-5329-4E07-B3C9-858C842912F8}">
      <dgm:prSet/>
      <dgm:spPr/>
      <dgm:t>
        <a:bodyPr/>
        <a:lstStyle/>
        <a:p>
          <a:endParaRPr lang="en-US"/>
        </a:p>
      </dgm:t>
    </dgm:pt>
    <dgm:pt modelId="{D91232F2-0A2C-41D7-BE34-6A7FDE73A594}" type="sibTrans" cxnId="{F1221B2A-5329-4E07-B3C9-858C842912F8}">
      <dgm:prSet/>
      <dgm:spPr/>
      <dgm:t>
        <a:bodyPr/>
        <a:lstStyle/>
        <a:p>
          <a:endParaRPr lang="en-US"/>
        </a:p>
      </dgm:t>
    </dgm:pt>
    <dgm:pt modelId="{38AD7C82-2B85-4BE4-9969-AD49FE0A4D53}" type="pres">
      <dgm:prSet presAssocID="{AAE3BB21-62D1-4440-85A7-F0684B2E48EF}" presName="linear" presStyleCnt="0">
        <dgm:presLayoutVars>
          <dgm:animLvl val="lvl"/>
          <dgm:resizeHandles val="exact"/>
        </dgm:presLayoutVars>
      </dgm:prSet>
      <dgm:spPr/>
    </dgm:pt>
    <dgm:pt modelId="{EB15763D-7F7B-4DC0-9771-8623CCF7621C}" type="pres">
      <dgm:prSet presAssocID="{776442AF-8C14-47BA-8716-42F235B20F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55C0F6B-6CCE-4F3F-BD59-72CF83336C83}" type="pres">
      <dgm:prSet presAssocID="{20E3EF54-BA1A-4FE9-8E31-ADEDA63B3EDF}" presName="spacer" presStyleCnt="0"/>
      <dgm:spPr/>
    </dgm:pt>
    <dgm:pt modelId="{CC167AAF-270B-4499-8CB7-23D5EF1F17A7}" type="pres">
      <dgm:prSet presAssocID="{32564D46-1892-41B6-A06B-F4C0EB1053EE}" presName="parentText" presStyleLbl="node1" presStyleIdx="1" presStyleCnt="5">
        <dgm:presLayoutVars>
          <dgm:chMax val="0"/>
          <dgm:bulletEnabled val="1"/>
        </dgm:presLayoutVars>
      </dgm:prSet>
      <dgm:spPr>
        <a:xfrm>
          <a:off x="0" y="951159"/>
          <a:ext cx="8229600" cy="834228"/>
        </a:xfrm>
        <a:prstGeom prst="roundRect">
          <a:avLst/>
        </a:prstGeom>
      </dgm:spPr>
    </dgm:pt>
    <dgm:pt modelId="{C61394B1-01DF-49EF-A70B-9637D254F49A}" type="pres">
      <dgm:prSet presAssocID="{4524AD40-05EC-4EF1-B655-2288E33DAAA8}" presName="spacer" presStyleCnt="0"/>
      <dgm:spPr/>
    </dgm:pt>
    <dgm:pt modelId="{ABBFD12D-ABEC-4A9A-B8F4-E1D6BE24A01E}" type="pres">
      <dgm:prSet presAssocID="{C608F0D3-D5AF-49E5-A87B-6DDA049CF082}" presName="parentText" presStyleLbl="node1" presStyleIdx="2" presStyleCnt="5">
        <dgm:presLayoutVars>
          <dgm:chMax val="0"/>
          <dgm:bulletEnabled val="1"/>
        </dgm:presLayoutVars>
      </dgm:prSet>
      <dgm:spPr>
        <a:xfrm>
          <a:off x="0" y="1845867"/>
          <a:ext cx="8229600" cy="834228"/>
        </a:xfrm>
        <a:prstGeom prst="roundRect">
          <a:avLst/>
        </a:prstGeom>
      </dgm:spPr>
    </dgm:pt>
    <dgm:pt modelId="{958A9E88-5AAC-45A8-9E89-627C6FE8F1C8}" type="pres">
      <dgm:prSet presAssocID="{0FD6E0DF-7285-4284-BAFD-E6DF38C367FA}" presName="spacer" presStyleCnt="0"/>
      <dgm:spPr/>
    </dgm:pt>
    <dgm:pt modelId="{2B36658B-0D1D-4671-9181-BF3999CCD347}" type="pres">
      <dgm:prSet presAssocID="{A288A2EB-B62D-4504-AC38-8FA22A349273}" presName="parentText" presStyleLbl="node1" presStyleIdx="3" presStyleCnt="5">
        <dgm:presLayoutVars>
          <dgm:chMax val="0"/>
          <dgm:bulletEnabled val="1"/>
        </dgm:presLayoutVars>
      </dgm:prSet>
      <dgm:spPr>
        <a:xfrm>
          <a:off x="0" y="2746828"/>
          <a:ext cx="8229600" cy="840974"/>
        </a:xfrm>
        <a:prstGeom prst="roundRect">
          <a:avLst/>
        </a:prstGeom>
      </dgm:spPr>
    </dgm:pt>
    <dgm:pt modelId="{7FB6EC7F-AC18-415A-A637-6DF6E3E7AA99}" type="pres">
      <dgm:prSet presAssocID="{F44F3D2E-4049-4900-95B3-6B93E9818296}" presName="spacer" presStyleCnt="0"/>
      <dgm:spPr/>
    </dgm:pt>
    <dgm:pt modelId="{C8851A60-846B-4644-9CE1-D97F051EDF7E}" type="pres">
      <dgm:prSet presAssocID="{1742D3AF-B664-4E25-AD9E-FCAD3F997362}" presName="parentText" presStyleLbl="node1" presStyleIdx="4" presStyleCnt="5">
        <dgm:presLayoutVars>
          <dgm:chMax val="0"/>
          <dgm:bulletEnabled val="1"/>
        </dgm:presLayoutVars>
      </dgm:prSet>
      <dgm:spPr>
        <a:xfrm>
          <a:off x="0" y="3651162"/>
          <a:ext cx="8229600" cy="840974"/>
        </a:xfrm>
        <a:prstGeom prst="roundRect">
          <a:avLst/>
        </a:prstGeom>
      </dgm:spPr>
    </dgm:pt>
  </dgm:ptLst>
  <dgm:cxnLst>
    <dgm:cxn modelId="{48307F00-33D9-4963-8FC2-D8E23C7E8DD2}" type="presOf" srcId="{32564D46-1892-41B6-A06B-F4C0EB1053EE}" destId="{CC167AAF-270B-4499-8CB7-23D5EF1F17A7}" srcOrd="0" destOrd="0" presId="urn:microsoft.com/office/officeart/2005/8/layout/vList2"/>
    <dgm:cxn modelId="{F16D0B22-DD03-478F-9A31-7D231D7F8629}" type="presOf" srcId="{776442AF-8C14-47BA-8716-42F235B20FD3}" destId="{EB15763D-7F7B-4DC0-9771-8623CCF7621C}" srcOrd="0" destOrd="0" presId="urn:microsoft.com/office/officeart/2005/8/layout/vList2"/>
    <dgm:cxn modelId="{F1221B2A-5329-4E07-B3C9-858C842912F8}" srcId="{AAE3BB21-62D1-4440-85A7-F0684B2E48EF}" destId="{1742D3AF-B664-4E25-AD9E-FCAD3F997362}" srcOrd="4" destOrd="0" parTransId="{7F5D3BA0-6E2E-48B0-9B51-61336FB92F67}" sibTransId="{D91232F2-0A2C-41D7-BE34-6A7FDE73A594}"/>
    <dgm:cxn modelId="{2450C535-61FE-4F2C-8C6B-73C9D5CAE281}" type="presOf" srcId="{AAE3BB21-62D1-4440-85A7-F0684B2E48EF}" destId="{38AD7C82-2B85-4BE4-9969-AD49FE0A4D53}" srcOrd="0" destOrd="0" presId="urn:microsoft.com/office/officeart/2005/8/layout/vList2"/>
    <dgm:cxn modelId="{EB23A039-69D4-4B24-83AC-1F1CF473F629}" type="presOf" srcId="{A288A2EB-B62D-4504-AC38-8FA22A349273}" destId="{2B36658B-0D1D-4671-9181-BF3999CCD347}" srcOrd="0" destOrd="0" presId="urn:microsoft.com/office/officeart/2005/8/layout/vList2"/>
    <dgm:cxn modelId="{54D27F3B-0F96-46E4-9625-37F02E5A9DBC}" type="presOf" srcId="{C608F0D3-D5AF-49E5-A87B-6DDA049CF082}" destId="{ABBFD12D-ABEC-4A9A-B8F4-E1D6BE24A01E}" srcOrd="0" destOrd="0" presId="urn:microsoft.com/office/officeart/2005/8/layout/vList2"/>
    <dgm:cxn modelId="{ACF8F352-07CE-474D-A17C-5CCAF73ED086}" srcId="{AAE3BB21-62D1-4440-85A7-F0684B2E48EF}" destId="{32564D46-1892-41B6-A06B-F4C0EB1053EE}" srcOrd="1" destOrd="0" parTransId="{8D1D694E-2BA5-4D25-84E4-002BB769D704}" sibTransId="{4524AD40-05EC-4EF1-B655-2288E33DAAA8}"/>
    <dgm:cxn modelId="{479F1A7C-F7B0-4133-B266-596DC6029F9C}" type="presOf" srcId="{1742D3AF-B664-4E25-AD9E-FCAD3F997362}" destId="{C8851A60-846B-4644-9CE1-D97F051EDF7E}" srcOrd="0" destOrd="0" presId="urn:microsoft.com/office/officeart/2005/8/layout/vList2"/>
    <dgm:cxn modelId="{5FEB4BB9-532F-4D61-965C-143F2A373DAD}" srcId="{AAE3BB21-62D1-4440-85A7-F0684B2E48EF}" destId="{776442AF-8C14-47BA-8716-42F235B20FD3}" srcOrd="0" destOrd="0" parTransId="{8A231218-EE03-498B-A093-7AEE9B3F0C42}" sibTransId="{20E3EF54-BA1A-4FE9-8E31-ADEDA63B3EDF}"/>
    <dgm:cxn modelId="{30824CF8-BFEB-42BA-B867-BF96477B5E4B}" srcId="{AAE3BB21-62D1-4440-85A7-F0684B2E48EF}" destId="{A288A2EB-B62D-4504-AC38-8FA22A349273}" srcOrd="3" destOrd="0" parTransId="{6CF57F71-1C5C-4C74-8BE0-D90BCF6247E4}" sibTransId="{F44F3D2E-4049-4900-95B3-6B93E9818296}"/>
    <dgm:cxn modelId="{617CB6F8-6159-4348-8AFD-857D0621EEEC}" srcId="{AAE3BB21-62D1-4440-85A7-F0684B2E48EF}" destId="{C608F0D3-D5AF-49E5-A87B-6DDA049CF082}" srcOrd="2" destOrd="0" parTransId="{7181C10E-0A29-45C9-8B0A-C39F6B825C37}" sibTransId="{0FD6E0DF-7285-4284-BAFD-E6DF38C367FA}"/>
    <dgm:cxn modelId="{43ABDB68-6A2A-4279-915D-9159E191F04A}" type="presParOf" srcId="{38AD7C82-2B85-4BE4-9969-AD49FE0A4D53}" destId="{EB15763D-7F7B-4DC0-9771-8623CCF7621C}" srcOrd="0" destOrd="0" presId="urn:microsoft.com/office/officeart/2005/8/layout/vList2"/>
    <dgm:cxn modelId="{B5F30185-05D2-4F22-98AC-D1CA4AD547E3}" type="presParOf" srcId="{38AD7C82-2B85-4BE4-9969-AD49FE0A4D53}" destId="{F55C0F6B-6CCE-4F3F-BD59-72CF83336C83}" srcOrd="1" destOrd="0" presId="urn:microsoft.com/office/officeart/2005/8/layout/vList2"/>
    <dgm:cxn modelId="{DED77FDE-CF63-4B00-99F6-21880F26634A}" type="presParOf" srcId="{38AD7C82-2B85-4BE4-9969-AD49FE0A4D53}" destId="{CC167AAF-270B-4499-8CB7-23D5EF1F17A7}" srcOrd="2" destOrd="0" presId="urn:microsoft.com/office/officeart/2005/8/layout/vList2"/>
    <dgm:cxn modelId="{C1921F40-652B-443D-82B2-8184F79F03A7}" type="presParOf" srcId="{38AD7C82-2B85-4BE4-9969-AD49FE0A4D53}" destId="{C61394B1-01DF-49EF-A70B-9637D254F49A}" srcOrd="3" destOrd="0" presId="urn:microsoft.com/office/officeart/2005/8/layout/vList2"/>
    <dgm:cxn modelId="{4D4DD449-7563-46F7-9029-1531124A1E5D}" type="presParOf" srcId="{38AD7C82-2B85-4BE4-9969-AD49FE0A4D53}" destId="{ABBFD12D-ABEC-4A9A-B8F4-E1D6BE24A01E}" srcOrd="4" destOrd="0" presId="urn:microsoft.com/office/officeart/2005/8/layout/vList2"/>
    <dgm:cxn modelId="{2B69B722-7B93-4707-B498-D60C7EC2333B}" type="presParOf" srcId="{38AD7C82-2B85-4BE4-9969-AD49FE0A4D53}" destId="{958A9E88-5AAC-45A8-9E89-627C6FE8F1C8}" srcOrd="5" destOrd="0" presId="urn:microsoft.com/office/officeart/2005/8/layout/vList2"/>
    <dgm:cxn modelId="{8EA38617-CF77-43D7-9CAA-102E5BA6ACB9}" type="presParOf" srcId="{38AD7C82-2B85-4BE4-9969-AD49FE0A4D53}" destId="{2B36658B-0D1D-4671-9181-BF3999CCD347}" srcOrd="6" destOrd="0" presId="urn:microsoft.com/office/officeart/2005/8/layout/vList2"/>
    <dgm:cxn modelId="{ACF43366-CD1A-4503-83E9-59572750C810}" type="presParOf" srcId="{38AD7C82-2B85-4BE4-9969-AD49FE0A4D53}" destId="{7FB6EC7F-AC18-415A-A637-6DF6E3E7AA99}" srcOrd="7" destOrd="0" presId="urn:microsoft.com/office/officeart/2005/8/layout/vList2"/>
    <dgm:cxn modelId="{D69AB68A-0B21-498B-B5B2-0C3EA5116CC6}" type="presParOf" srcId="{38AD7C82-2B85-4BE4-9969-AD49FE0A4D53}" destId="{C8851A60-846B-4644-9CE1-D97F051EDF7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D8865D-99BC-4D04-A2F2-8F213E4564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0CD5CB63-330E-47E8-BD3C-200649372CFD}">
      <dgm:prSet/>
      <dgm:spPr/>
      <dgm:t>
        <a:bodyPr/>
        <a:lstStyle/>
        <a:p>
          <a:r>
            <a:rPr lang="en-US"/>
            <a:t>1. What is the distribution of listing prices?</a:t>
          </a:r>
        </a:p>
      </dgm:t>
    </dgm:pt>
    <dgm:pt modelId="{EFFF0170-12D3-4A7C-8E5D-5D6A8353FA4D}" type="parTrans" cxnId="{B233F7E8-C627-448F-9F13-1070B8B4F1FF}">
      <dgm:prSet/>
      <dgm:spPr/>
      <dgm:t>
        <a:bodyPr/>
        <a:lstStyle/>
        <a:p>
          <a:endParaRPr lang="en-US"/>
        </a:p>
      </dgm:t>
    </dgm:pt>
    <dgm:pt modelId="{FC5E785D-28AA-454F-9E71-A3A20E8BA3FB}" type="sibTrans" cxnId="{B233F7E8-C627-448F-9F13-1070B8B4F1FF}">
      <dgm:prSet/>
      <dgm:spPr/>
      <dgm:t>
        <a:bodyPr/>
        <a:lstStyle/>
        <a:p>
          <a:endParaRPr lang="en-US"/>
        </a:p>
      </dgm:t>
    </dgm:pt>
    <dgm:pt modelId="{7784EE37-F665-49F8-A0E5-B5F6EFA408C1}">
      <dgm:prSet/>
      <dgm:spPr/>
      <dgm:t>
        <a:bodyPr/>
        <a:lstStyle/>
        <a:p>
          <a:r>
            <a:rPr lang="en-US"/>
            <a:t>2. How are different room types distributed?</a:t>
          </a:r>
        </a:p>
      </dgm:t>
    </dgm:pt>
    <dgm:pt modelId="{D5904E89-5917-4EB1-9B48-F56FD1B3C3D4}" type="parTrans" cxnId="{AE0D3F83-4BCE-48E9-BE31-F6FAE217FCBD}">
      <dgm:prSet/>
      <dgm:spPr/>
      <dgm:t>
        <a:bodyPr/>
        <a:lstStyle/>
        <a:p>
          <a:endParaRPr lang="en-US"/>
        </a:p>
      </dgm:t>
    </dgm:pt>
    <dgm:pt modelId="{BFB3C503-FF51-4D09-8B0A-B34662DC605D}" type="sibTrans" cxnId="{AE0D3F83-4BCE-48E9-BE31-F6FAE217FCBD}">
      <dgm:prSet/>
      <dgm:spPr/>
      <dgm:t>
        <a:bodyPr/>
        <a:lstStyle/>
        <a:p>
          <a:endParaRPr lang="en-US"/>
        </a:p>
      </dgm:t>
    </dgm:pt>
    <dgm:pt modelId="{F0C7AF93-892B-4306-812E-5292F62A36CF}">
      <dgm:prSet/>
      <dgm:spPr/>
      <dgm:t>
        <a:bodyPr/>
        <a:lstStyle/>
        <a:p>
          <a:r>
            <a:rPr lang="en-US"/>
            <a:t>3. How are listings distributed across neighborhood groups?</a:t>
          </a:r>
        </a:p>
      </dgm:t>
    </dgm:pt>
    <dgm:pt modelId="{EB639720-7A36-41BA-9B72-790059F4C4AF}" type="parTrans" cxnId="{EC052CA3-8FBD-4804-9108-94AE0972DC3F}">
      <dgm:prSet/>
      <dgm:spPr/>
      <dgm:t>
        <a:bodyPr/>
        <a:lstStyle/>
        <a:p>
          <a:endParaRPr lang="en-US"/>
        </a:p>
      </dgm:t>
    </dgm:pt>
    <dgm:pt modelId="{B5B9AED3-86F3-47C8-B989-8D56E7863FC0}" type="sibTrans" cxnId="{EC052CA3-8FBD-4804-9108-94AE0972DC3F}">
      <dgm:prSet/>
      <dgm:spPr/>
      <dgm:t>
        <a:bodyPr/>
        <a:lstStyle/>
        <a:p>
          <a:endParaRPr lang="en-US"/>
        </a:p>
      </dgm:t>
    </dgm:pt>
    <dgm:pt modelId="{E497E23E-985A-467D-8AA9-62EE063D5BFD}">
      <dgm:prSet/>
      <dgm:spPr/>
      <dgm:t>
        <a:bodyPr/>
        <a:lstStyle/>
        <a:p>
          <a:r>
            <a:rPr lang="en-US"/>
            <a:t>4. What is the relationship between price and room type?</a:t>
          </a:r>
        </a:p>
      </dgm:t>
    </dgm:pt>
    <dgm:pt modelId="{E35CAA1E-E16D-4F47-8E01-E6F5D115AE30}" type="parTrans" cxnId="{96CCE0FB-9002-48A3-A52A-29FA68D9C664}">
      <dgm:prSet/>
      <dgm:spPr/>
      <dgm:t>
        <a:bodyPr/>
        <a:lstStyle/>
        <a:p>
          <a:endParaRPr lang="en-US"/>
        </a:p>
      </dgm:t>
    </dgm:pt>
    <dgm:pt modelId="{3C5C4860-68D5-4C7A-9C34-C3690DC3F5F0}" type="sibTrans" cxnId="{96CCE0FB-9002-48A3-A52A-29FA68D9C664}">
      <dgm:prSet/>
      <dgm:spPr/>
      <dgm:t>
        <a:bodyPr/>
        <a:lstStyle/>
        <a:p>
          <a:endParaRPr lang="en-US"/>
        </a:p>
      </dgm:t>
    </dgm:pt>
    <dgm:pt modelId="{E28E0D48-88CD-41A3-87B2-790D94AD8628}">
      <dgm:prSet/>
      <dgm:spPr/>
      <dgm:t>
        <a:bodyPr/>
        <a:lstStyle/>
        <a:p>
          <a:r>
            <a:rPr lang="en-US"/>
            <a:t>5. How has the number of reviews changed over time?</a:t>
          </a:r>
        </a:p>
      </dgm:t>
    </dgm:pt>
    <dgm:pt modelId="{21F88354-0207-4116-82CE-D5AF6500EEE4}" type="parTrans" cxnId="{3ADC0F16-995A-4D7F-BBD1-7B377CFE7332}">
      <dgm:prSet/>
      <dgm:spPr/>
      <dgm:t>
        <a:bodyPr/>
        <a:lstStyle/>
        <a:p>
          <a:endParaRPr lang="en-US"/>
        </a:p>
      </dgm:t>
    </dgm:pt>
    <dgm:pt modelId="{7BFABC1D-EC3F-4B11-BCFA-8A58BDC8D816}" type="sibTrans" cxnId="{3ADC0F16-995A-4D7F-BBD1-7B377CFE7332}">
      <dgm:prSet/>
      <dgm:spPr/>
      <dgm:t>
        <a:bodyPr/>
        <a:lstStyle/>
        <a:p>
          <a:endParaRPr lang="en-US"/>
        </a:p>
      </dgm:t>
    </dgm:pt>
    <dgm:pt modelId="{807B1A7D-CAC1-4B57-BD72-36E4D1CFEA19}" type="pres">
      <dgm:prSet presAssocID="{BAD8865D-99BC-4D04-A2F2-8F213E456441}" presName="root" presStyleCnt="0">
        <dgm:presLayoutVars>
          <dgm:dir/>
          <dgm:resizeHandles val="exact"/>
        </dgm:presLayoutVars>
      </dgm:prSet>
      <dgm:spPr/>
    </dgm:pt>
    <dgm:pt modelId="{5BD077A2-7423-45AE-9D80-D6C1073A9229}" type="pres">
      <dgm:prSet presAssocID="{0CD5CB63-330E-47E8-BD3C-200649372CFD}" presName="compNode" presStyleCnt="0"/>
      <dgm:spPr/>
    </dgm:pt>
    <dgm:pt modelId="{05D78EB0-94C9-4C9F-8A18-BC18729187B6}" type="pres">
      <dgm:prSet presAssocID="{0CD5CB63-330E-47E8-BD3C-200649372CFD}" presName="bgRect" presStyleLbl="bgShp" presStyleIdx="0" presStyleCnt="5"/>
      <dgm:spPr/>
    </dgm:pt>
    <dgm:pt modelId="{2DD2C7E9-3A9A-4FAF-8719-CE8B38D8B98A}" type="pres">
      <dgm:prSet presAssocID="{0CD5CB63-330E-47E8-BD3C-200649372C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8AD1FF30-BFAF-4DDA-AF0B-CD04F6410986}" type="pres">
      <dgm:prSet presAssocID="{0CD5CB63-330E-47E8-BD3C-200649372CFD}" presName="spaceRect" presStyleCnt="0"/>
      <dgm:spPr/>
    </dgm:pt>
    <dgm:pt modelId="{C40B5BF5-023F-4F8E-BDA0-2E5F14A02E50}" type="pres">
      <dgm:prSet presAssocID="{0CD5CB63-330E-47E8-BD3C-200649372CFD}" presName="parTx" presStyleLbl="revTx" presStyleIdx="0" presStyleCnt="5">
        <dgm:presLayoutVars>
          <dgm:chMax val="0"/>
          <dgm:chPref val="0"/>
        </dgm:presLayoutVars>
      </dgm:prSet>
      <dgm:spPr/>
    </dgm:pt>
    <dgm:pt modelId="{70649BF9-0EFF-4AA3-8221-8E24FB94B18F}" type="pres">
      <dgm:prSet presAssocID="{FC5E785D-28AA-454F-9E71-A3A20E8BA3FB}" presName="sibTrans" presStyleCnt="0"/>
      <dgm:spPr/>
    </dgm:pt>
    <dgm:pt modelId="{B78EDEC0-B8DF-4A63-B3C9-88BD51A69E66}" type="pres">
      <dgm:prSet presAssocID="{7784EE37-F665-49F8-A0E5-B5F6EFA408C1}" presName="compNode" presStyleCnt="0"/>
      <dgm:spPr/>
    </dgm:pt>
    <dgm:pt modelId="{D21EF8DD-9BD5-48E7-9BA2-221C92EA06D4}" type="pres">
      <dgm:prSet presAssocID="{7784EE37-F665-49F8-A0E5-B5F6EFA408C1}" presName="bgRect" presStyleLbl="bgShp" presStyleIdx="1" presStyleCnt="5"/>
      <dgm:spPr/>
    </dgm:pt>
    <dgm:pt modelId="{5EE9A9BC-39C5-4182-9B81-DCDE49D4BF67}" type="pres">
      <dgm:prSet presAssocID="{7784EE37-F665-49F8-A0E5-B5F6EFA408C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A619AA8-C157-414A-9E9F-A06C44EFF98F}" type="pres">
      <dgm:prSet presAssocID="{7784EE37-F665-49F8-A0E5-B5F6EFA408C1}" presName="spaceRect" presStyleCnt="0"/>
      <dgm:spPr/>
    </dgm:pt>
    <dgm:pt modelId="{3D7C0D39-A7B0-4538-9F6A-2C35B9445558}" type="pres">
      <dgm:prSet presAssocID="{7784EE37-F665-49F8-A0E5-B5F6EFA408C1}" presName="parTx" presStyleLbl="revTx" presStyleIdx="1" presStyleCnt="5">
        <dgm:presLayoutVars>
          <dgm:chMax val="0"/>
          <dgm:chPref val="0"/>
        </dgm:presLayoutVars>
      </dgm:prSet>
      <dgm:spPr/>
    </dgm:pt>
    <dgm:pt modelId="{76EE39B1-9634-4391-9ACB-FE0FE7B90800}" type="pres">
      <dgm:prSet presAssocID="{BFB3C503-FF51-4D09-8B0A-B34662DC605D}" presName="sibTrans" presStyleCnt="0"/>
      <dgm:spPr/>
    </dgm:pt>
    <dgm:pt modelId="{8F232099-9D1E-42DE-A78A-60C7DC33B1F0}" type="pres">
      <dgm:prSet presAssocID="{F0C7AF93-892B-4306-812E-5292F62A36CF}" presName="compNode" presStyleCnt="0"/>
      <dgm:spPr/>
    </dgm:pt>
    <dgm:pt modelId="{DDD9DF1B-520B-4991-8948-14F8E2024E9C}" type="pres">
      <dgm:prSet presAssocID="{F0C7AF93-892B-4306-812E-5292F62A36CF}" presName="bgRect" presStyleLbl="bgShp" presStyleIdx="2" presStyleCnt="5"/>
      <dgm:spPr/>
    </dgm:pt>
    <dgm:pt modelId="{3F0B5A75-4790-4940-AD27-8DA08CDE0C3F}" type="pres">
      <dgm:prSet presAssocID="{F0C7AF93-892B-4306-812E-5292F62A36C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E7E3B809-9C3A-403F-9C6E-F0E5F77E8A1A}" type="pres">
      <dgm:prSet presAssocID="{F0C7AF93-892B-4306-812E-5292F62A36CF}" presName="spaceRect" presStyleCnt="0"/>
      <dgm:spPr/>
    </dgm:pt>
    <dgm:pt modelId="{75E86F56-7460-43AD-8887-A7367CEF4D9B}" type="pres">
      <dgm:prSet presAssocID="{F0C7AF93-892B-4306-812E-5292F62A36CF}" presName="parTx" presStyleLbl="revTx" presStyleIdx="2" presStyleCnt="5">
        <dgm:presLayoutVars>
          <dgm:chMax val="0"/>
          <dgm:chPref val="0"/>
        </dgm:presLayoutVars>
      </dgm:prSet>
      <dgm:spPr/>
    </dgm:pt>
    <dgm:pt modelId="{89EAB896-3D62-4721-9E64-DB3D7D7DCED9}" type="pres">
      <dgm:prSet presAssocID="{B5B9AED3-86F3-47C8-B989-8D56E7863FC0}" presName="sibTrans" presStyleCnt="0"/>
      <dgm:spPr/>
    </dgm:pt>
    <dgm:pt modelId="{537A2E64-52F8-4E95-9557-6377FC118F28}" type="pres">
      <dgm:prSet presAssocID="{E497E23E-985A-467D-8AA9-62EE063D5BFD}" presName="compNode" presStyleCnt="0"/>
      <dgm:spPr/>
    </dgm:pt>
    <dgm:pt modelId="{B4547522-F1C9-416D-AD7C-AF2936591082}" type="pres">
      <dgm:prSet presAssocID="{E497E23E-985A-467D-8AA9-62EE063D5BFD}" presName="bgRect" presStyleLbl="bgShp" presStyleIdx="3" presStyleCnt="5"/>
      <dgm:spPr/>
    </dgm:pt>
    <dgm:pt modelId="{35D82530-1971-439F-9002-F3588B4D84B5}" type="pres">
      <dgm:prSet presAssocID="{E497E23E-985A-467D-8AA9-62EE063D5BF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F6A59E61-0F79-4F16-A499-E2E53216FF31}" type="pres">
      <dgm:prSet presAssocID="{E497E23E-985A-467D-8AA9-62EE063D5BFD}" presName="spaceRect" presStyleCnt="0"/>
      <dgm:spPr/>
    </dgm:pt>
    <dgm:pt modelId="{F9AA5424-E409-45F4-9040-CC73AEAC19DC}" type="pres">
      <dgm:prSet presAssocID="{E497E23E-985A-467D-8AA9-62EE063D5BFD}" presName="parTx" presStyleLbl="revTx" presStyleIdx="3" presStyleCnt="5">
        <dgm:presLayoutVars>
          <dgm:chMax val="0"/>
          <dgm:chPref val="0"/>
        </dgm:presLayoutVars>
      </dgm:prSet>
      <dgm:spPr/>
    </dgm:pt>
    <dgm:pt modelId="{8FE92F12-8565-4BEC-9FC8-9F2E7D5CCE2F}" type="pres">
      <dgm:prSet presAssocID="{3C5C4860-68D5-4C7A-9C34-C3690DC3F5F0}" presName="sibTrans" presStyleCnt="0"/>
      <dgm:spPr/>
    </dgm:pt>
    <dgm:pt modelId="{0AB98933-4D51-442C-8ABB-A6F34816373A}" type="pres">
      <dgm:prSet presAssocID="{E28E0D48-88CD-41A3-87B2-790D94AD8628}" presName="compNode" presStyleCnt="0"/>
      <dgm:spPr/>
    </dgm:pt>
    <dgm:pt modelId="{5169CE11-6174-455A-8B4F-81A515B67B8D}" type="pres">
      <dgm:prSet presAssocID="{E28E0D48-88CD-41A3-87B2-790D94AD8628}" presName="bgRect" presStyleLbl="bgShp" presStyleIdx="4" presStyleCnt="5"/>
      <dgm:spPr/>
    </dgm:pt>
    <dgm:pt modelId="{A7EA612E-36F8-42E2-BE4C-71A1A384CA61}" type="pres">
      <dgm:prSet presAssocID="{E28E0D48-88CD-41A3-87B2-790D94AD862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150E807-E756-4753-ADDB-CABFC2037851}" type="pres">
      <dgm:prSet presAssocID="{E28E0D48-88CD-41A3-87B2-790D94AD8628}" presName="spaceRect" presStyleCnt="0"/>
      <dgm:spPr/>
    </dgm:pt>
    <dgm:pt modelId="{7556663A-EC62-40F6-BC3E-B8C634B2D6EC}" type="pres">
      <dgm:prSet presAssocID="{E28E0D48-88CD-41A3-87B2-790D94AD862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573DD10-990B-4555-BE0C-F1BA77C02D57}" type="presOf" srcId="{7784EE37-F665-49F8-A0E5-B5F6EFA408C1}" destId="{3D7C0D39-A7B0-4538-9F6A-2C35B9445558}" srcOrd="0" destOrd="0" presId="urn:microsoft.com/office/officeart/2018/2/layout/IconVerticalSolidList"/>
    <dgm:cxn modelId="{3ADC0F16-995A-4D7F-BBD1-7B377CFE7332}" srcId="{BAD8865D-99BC-4D04-A2F2-8F213E456441}" destId="{E28E0D48-88CD-41A3-87B2-790D94AD8628}" srcOrd="4" destOrd="0" parTransId="{21F88354-0207-4116-82CE-D5AF6500EEE4}" sibTransId="{7BFABC1D-EC3F-4B11-BCFA-8A58BDC8D816}"/>
    <dgm:cxn modelId="{78D7DC18-6504-4D1A-B644-FC0944985F3B}" type="presOf" srcId="{E28E0D48-88CD-41A3-87B2-790D94AD8628}" destId="{7556663A-EC62-40F6-BC3E-B8C634B2D6EC}" srcOrd="0" destOrd="0" presId="urn:microsoft.com/office/officeart/2018/2/layout/IconVerticalSolidList"/>
    <dgm:cxn modelId="{C36F8536-CCA8-492B-8317-245BA0F34CDD}" type="presOf" srcId="{0CD5CB63-330E-47E8-BD3C-200649372CFD}" destId="{C40B5BF5-023F-4F8E-BDA0-2E5F14A02E50}" srcOrd="0" destOrd="0" presId="urn:microsoft.com/office/officeart/2018/2/layout/IconVerticalSolidList"/>
    <dgm:cxn modelId="{AE0D3F83-4BCE-48E9-BE31-F6FAE217FCBD}" srcId="{BAD8865D-99BC-4D04-A2F2-8F213E456441}" destId="{7784EE37-F665-49F8-A0E5-B5F6EFA408C1}" srcOrd="1" destOrd="0" parTransId="{D5904E89-5917-4EB1-9B48-F56FD1B3C3D4}" sibTransId="{BFB3C503-FF51-4D09-8B0A-B34662DC605D}"/>
    <dgm:cxn modelId="{EC052CA3-8FBD-4804-9108-94AE0972DC3F}" srcId="{BAD8865D-99BC-4D04-A2F2-8F213E456441}" destId="{F0C7AF93-892B-4306-812E-5292F62A36CF}" srcOrd="2" destOrd="0" parTransId="{EB639720-7A36-41BA-9B72-790059F4C4AF}" sibTransId="{B5B9AED3-86F3-47C8-B989-8D56E7863FC0}"/>
    <dgm:cxn modelId="{F93756B0-FB50-4805-A2E3-3CD5DC79BB8D}" type="presOf" srcId="{BAD8865D-99BC-4D04-A2F2-8F213E456441}" destId="{807B1A7D-CAC1-4B57-BD72-36E4D1CFEA19}" srcOrd="0" destOrd="0" presId="urn:microsoft.com/office/officeart/2018/2/layout/IconVerticalSolidList"/>
    <dgm:cxn modelId="{CDE2F2C0-0F8E-4C2D-A33B-91CAF7345B4F}" type="presOf" srcId="{E497E23E-985A-467D-8AA9-62EE063D5BFD}" destId="{F9AA5424-E409-45F4-9040-CC73AEAC19DC}" srcOrd="0" destOrd="0" presId="urn:microsoft.com/office/officeart/2018/2/layout/IconVerticalSolidList"/>
    <dgm:cxn modelId="{4CCB64E6-478F-45A8-8CD8-C79926BA1A1F}" type="presOf" srcId="{F0C7AF93-892B-4306-812E-5292F62A36CF}" destId="{75E86F56-7460-43AD-8887-A7367CEF4D9B}" srcOrd="0" destOrd="0" presId="urn:microsoft.com/office/officeart/2018/2/layout/IconVerticalSolidList"/>
    <dgm:cxn modelId="{B233F7E8-C627-448F-9F13-1070B8B4F1FF}" srcId="{BAD8865D-99BC-4D04-A2F2-8F213E456441}" destId="{0CD5CB63-330E-47E8-BD3C-200649372CFD}" srcOrd="0" destOrd="0" parTransId="{EFFF0170-12D3-4A7C-8E5D-5D6A8353FA4D}" sibTransId="{FC5E785D-28AA-454F-9E71-A3A20E8BA3FB}"/>
    <dgm:cxn modelId="{96CCE0FB-9002-48A3-A52A-29FA68D9C664}" srcId="{BAD8865D-99BC-4D04-A2F2-8F213E456441}" destId="{E497E23E-985A-467D-8AA9-62EE063D5BFD}" srcOrd="3" destOrd="0" parTransId="{E35CAA1E-E16D-4F47-8E01-E6F5D115AE30}" sibTransId="{3C5C4860-68D5-4C7A-9C34-C3690DC3F5F0}"/>
    <dgm:cxn modelId="{AA3876B8-DB42-4B65-BFF6-E92E17C42541}" type="presParOf" srcId="{807B1A7D-CAC1-4B57-BD72-36E4D1CFEA19}" destId="{5BD077A2-7423-45AE-9D80-D6C1073A9229}" srcOrd="0" destOrd="0" presId="urn:microsoft.com/office/officeart/2018/2/layout/IconVerticalSolidList"/>
    <dgm:cxn modelId="{97B56F7C-80DF-435C-813D-42E70B681797}" type="presParOf" srcId="{5BD077A2-7423-45AE-9D80-D6C1073A9229}" destId="{05D78EB0-94C9-4C9F-8A18-BC18729187B6}" srcOrd="0" destOrd="0" presId="urn:microsoft.com/office/officeart/2018/2/layout/IconVerticalSolidList"/>
    <dgm:cxn modelId="{CED29F14-7BDE-4438-96FC-48A0EF9B46A4}" type="presParOf" srcId="{5BD077A2-7423-45AE-9D80-D6C1073A9229}" destId="{2DD2C7E9-3A9A-4FAF-8719-CE8B38D8B98A}" srcOrd="1" destOrd="0" presId="urn:microsoft.com/office/officeart/2018/2/layout/IconVerticalSolidList"/>
    <dgm:cxn modelId="{DDAC6FD0-3101-4C13-BFFA-F52BC7251400}" type="presParOf" srcId="{5BD077A2-7423-45AE-9D80-D6C1073A9229}" destId="{8AD1FF30-BFAF-4DDA-AF0B-CD04F6410986}" srcOrd="2" destOrd="0" presId="urn:microsoft.com/office/officeart/2018/2/layout/IconVerticalSolidList"/>
    <dgm:cxn modelId="{682236E7-D229-4E23-9C3A-C14D75DC10F7}" type="presParOf" srcId="{5BD077A2-7423-45AE-9D80-D6C1073A9229}" destId="{C40B5BF5-023F-4F8E-BDA0-2E5F14A02E50}" srcOrd="3" destOrd="0" presId="urn:microsoft.com/office/officeart/2018/2/layout/IconVerticalSolidList"/>
    <dgm:cxn modelId="{A2A62A8F-F33D-4EC5-BC4D-D053C7D002C0}" type="presParOf" srcId="{807B1A7D-CAC1-4B57-BD72-36E4D1CFEA19}" destId="{70649BF9-0EFF-4AA3-8221-8E24FB94B18F}" srcOrd="1" destOrd="0" presId="urn:microsoft.com/office/officeart/2018/2/layout/IconVerticalSolidList"/>
    <dgm:cxn modelId="{6AB391AF-8C3F-47E7-A287-990EE3749816}" type="presParOf" srcId="{807B1A7D-CAC1-4B57-BD72-36E4D1CFEA19}" destId="{B78EDEC0-B8DF-4A63-B3C9-88BD51A69E66}" srcOrd="2" destOrd="0" presId="urn:microsoft.com/office/officeart/2018/2/layout/IconVerticalSolidList"/>
    <dgm:cxn modelId="{0D983C6A-FECF-441C-9151-AE7B699A878F}" type="presParOf" srcId="{B78EDEC0-B8DF-4A63-B3C9-88BD51A69E66}" destId="{D21EF8DD-9BD5-48E7-9BA2-221C92EA06D4}" srcOrd="0" destOrd="0" presId="urn:microsoft.com/office/officeart/2018/2/layout/IconVerticalSolidList"/>
    <dgm:cxn modelId="{95F32DA7-2FDF-4A63-9906-47DCFDDCFC78}" type="presParOf" srcId="{B78EDEC0-B8DF-4A63-B3C9-88BD51A69E66}" destId="{5EE9A9BC-39C5-4182-9B81-DCDE49D4BF67}" srcOrd="1" destOrd="0" presId="urn:microsoft.com/office/officeart/2018/2/layout/IconVerticalSolidList"/>
    <dgm:cxn modelId="{9D037200-375D-4871-AF22-1F8D06A4B6D6}" type="presParOf" srcId="{B78EDEC0-B8DF-4A63-B3C9-88BD51A69E66}" destId="{0A619AA8-C157-414A-9E9F-A06C44EFF98F}" srcOrd="2" destOrd="0" presId="urn:microsoft.com/office/officeart/2018/2/layout/IconVerticalSolidList"/>
    <dgm:cxn modelId="{1D7DCBC0-0726-4F3B-A627-8C1779AC3C38}" type="presParOf" srcId="{B78EDEC0-B8DF-4A63-B3C9-88BD51A69E66}" destId="{3D7C0D39-A7B0-4538-9F6A-2C35B9445558}" srcOrd="3" destOrd="0" presId="urn:microsoft.com/office/officeart/2018/2/layout/IconVerticalSolidList"/>
    <dgm:cxn modelId="{966CF132-F496-43DF-A5EF-F249583A902B}" type="presParOf" srcId="{807B1A7D-CAC1-4B57-BD72-36E4D1CFEA19}" destId="{76EE39B1-9634-4391-9ACB-FE0FE7B90800}" srcOrd="3" destOrd="0" presId="urn:microsoft.com/office/officeart/2018/2/layout/IconVerticalSolidList"/>
    <dgm:cxn modelId="{7FAD25F2-2B63-465E-A870-C23ABD983E6B}" type="presParOf" srcId="{807B1A7D-CAC1-4B57-BD72-36E4D1CFEA19}" destId="{8F232099-9D1E-42DE-A78A-60C7DC33B1F0}" srcOrd="4" destOrd="0" presId="urn:microsoft.com/office/officeart/2018/2/layout/IconVerticalSolidList"/>
    <dgm:cxn modelId="{FC0D651F-FE87-4CED-B3A3-543CF5550AD0}" type="presParOf" srcId="{8F232099-9D1E-42DE-A78A-60C7DC33B1F0}" destId="{DDD9DF1B-520B-4991-8948-14F8E2024E9C}" srcOrd="0" destOrd="0" presId="urn:microsoft.com/office/officeart/2018/2/layout/IconVerticalSolidList"/>
    <dgm:cxn modelId="{FB87123C-FC3B-49DF-A9DD-0E616C7F0EDE}" type="presParOf" srcId="{8F232099-9D1E-42DE-A78A-60C7DC33B1F0}" destId="{3F0B5A75-4790-4940-AD27-8DA08CDE0C3F}" srcOrd="1" destOrd="0" presId="urn:microsoft.com/office/officeart/2018/2/layout/IconVerticalSolidList"/>
    <dgm:cxn modelId="{4C55D788-EE7F-4870-B552-55DCD8C60091}" type="presParOf" srcId="{8F232099-9D1E-42DE-A78A-60C7DC33B1F0}" destId="{E7E3B809-9C3A-403F-9C6E-F0E5F77E8A1A}" srcOrd="2" destOrd="0" presId="urn:microsoft.com/office/officeart/2018/2/layout/IconVerticalSolidList"/>
    <dgm:cxn modelId="{D8EB1C8F-7DAC-4DD4-8D9C-65CAE9F222DA}" type="presParOf" srcId="{8F232099-9D1E-42DE-A78A-60C7DC33B1F0}" destId="{75E86F56-7460-43AD-8887-A7367CEF4D9B}" srcOrd="3" destOrd="0" presId="urn:microsoft.com/office/officeart/2018/2/layout/IconVerticalSolidList"/>
    <dgm:cxn modelId="{A6732304-B64E-49F3-A953-A5C3E50E154F}" type="presParOf" srcId="{807B1A7D-CAC1-4B57-BD72-36E4D1CFEA19}" destId="{89EAB896-3D62-4721-9E64-DB3D7D7DCED9}" srcOrd="5" destOrd="0" presId="urn:microsoft.com/office/officeart/2018/2/layout/IconVerticalSolidList"/>
    <dgm:cxn modelId="{732CD5EA-237A-4DF3-BF0D-E02A5298EFF4}" type="presParOf" srcId="{807B1A7D-CAC1-4B57-BD72-36E4D1CFEA19}" destId="{537A2E64-52F8-4E95-9557-6377FC118F28}" srcOrd="6" destOrd="0" presId="urn:microsoft.com/office/officeart/2018/2/layout/IconVerticalSolidList"/>
    <dgm:cxn modelId="{D1F01DBA-70EB-4874-ACB2-FAFC79A2E049}" type="presParOf" srcId="{537A2E64-52F8-4E95-9557-6377FC118F28}" destId="{B4547522-F1C9-416D-AD7C-AF2936591082}" srcOrd="0" destOrd="0" presId="urn:microsoft.com/office/officeart/2018/2/layout/IconVerticalSolidList"/>
    <dgm:cxn modelId="{EB1AB12A-3C07-4A88-BFD6-0930C0C32492}" type="presParOf" srcId="{537A2E64-52F8-4E95-9557-6377FC118F28}" destId="{35D82530-1971-439F-9002-F3588B4D84B5}" srcOrd="1" destOrd="0" presId="urn:microsoft.com/office/officeart/2018/2/layout/IconVerticalSolidList"/>
    <dgm:cxn modelId="{CF53B686-27FA-48ED-8DA2-E3087856C5BD}" type="presParOf" srcId="{537A2E64-52F8-4E95-9557-6377FC118F28}" destId="{F6A59E61-0F79-4F16-A499-E2E53216FF31}" srcOrd="2" destOrd="0" presId="urn:microsoft.com/office/officeart/2018/2/layout/IconVerticalSolidList"/>
    <dgm:cxn modelId="{8F742F4A-2B29-4699-97FB-88D86C053A1D}" type="presParOf" srcId="{537A2E64-52F8-4E95-9557-6377FC118F28}" destId="{F9AA5424-E409-45F4-9040-CC73AEAC19DC}" srcOrd="3" destOrd="0" presId="urn:microsoft.com/office/officeart/2018/2/layout/IconVerticalSolidList"/>
    <dgm:cxn modelId="{1A1C0466-C4FC-4E48-B75A-866FEDC6C25B}" type="presParOf" srcId="{807B1A7D-CAC1-4B57-BD72-36E4D1CFEA19}" destId="{8FE92F12-8565-4BEC-9FC8-9F2E7D5CCE2F}" srcOrd="7" destOrd="0" presId="urn:microsoft.com/office/officeart/2018/2/layout/IconVerticalSolidList"/>
    <dgm:cxn modelId="{C128BBFD-1FC9-49D3-89EC-BC87D308122B}" type="presParOf" srcId="{807B1A7D-CAC1-4B57-BD72-36E4D1CFEA19}" destId="{0AB98933-4D51-442C-8ABB-A6F34816373A}" srcOrd="8" destOrd="0" presId="urn:microsoft.com/office/officeart/2018/2/layout/IconVerticalSolidList"/>
    <dgm:cxn modelId="{2BA84CD2-B338-425B-AB8A-04A0AECF8822}" type="presParOf" srcId="{0AB98933-4D51-442C-8ABB-A6F34816373A}" destId="{5169CE11-6174-455A-8B4F-81A515B67B8D}" srcOrd="0" destOrd="0" presId="urn:microsoft.com/office/officeart/2018/2/layout/IconVerticalSolidList"/>
    <dgm:cxn modelId="{66B14F39-5D0C-4A67-A1F7-56324C74F3CE}" type="presParOf" srcId="{0AB98933-4D51-442C-8ABB-A6F34816373A}" destId="{A7EA612E-36F8-42E2-BE4C-71A1A384CA61}" srcOrd="1" destOrd="0" presId="urn:microsoft.com/office/officeart/2018/2/layout/IconVerticalSolidList"/>
    <dgm:cxn modelId="{0F486BDD-942A-4172-8C0A-D6B42F21F37D}" type="presParOf" srcId="{0AB98933-4D51-442C-8ABB-A6F34816373A}" destId="{8150E807-E756-4753-ADDB-CABFC2037851}" srcOrd="2" destOrd="0" presId="urn:microsoft.com/office/officeart/2018/2/layout/IconVerticalSolidList"/>
    <dgm:cxn modelId="{A61847BE-FE8C-49A9-8522-3A49C7A16691}" type="presParOf" srcId="{0AB98933-4D51-442C-8ABB-A6F34816373A}" destId="{7556663A-EC62-40F6-BC3E-B8C634B2D6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73BA9D-3B3A-4FAB-BA0C-4500295E5FB0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37BBAD-8E6F-49FE-898E-523A8F5BE4F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● The listing prices show a wide distribution with no specific concentration, indicating Airbnb offers pricing diversity to attract various customer segments.</a:t>
          </a:r>
        </a:p>
      </dgm:t>
    </dgm:pt>
    <dgm:pt modelId="{BF0226F4-EB75-481C-B17A-4FFFC6B7D7A7}" type="parTrans" cxnId="{F588D347-1AAD-4D33-81CD-E99F05F15245}">
      <dgm:prSet/>
      <dgm:spPr/>
      <dgm:t>
        <a:bodyPr/>
        <a:lstStyle/>
        <a:p>
          <a:endParaRPr lang="en-US"/>
        </a:p>
      </dgm:t>
    </dgm:pt>
    <dgm:pt modelId="{74E5AA12-FC49-4EAA-BC66-5B227ADC81A9}" type="sibTrans" cxnId="{F588D347-1AAD-4D33-81CD-E99F05F15245}">
      <dgm:prSet/>
      <dgm:spPr/>
      <dgm:t>
        <a:bodyPr/>
        <a:lstStyle/>
        <a:p>
          <a:endParaRPr lang="en-US"/>
        </a:p>
      </dgm:t>
    </dgm:pt>
    <dgm:pt modelId="{C36045E5-BA2A-4820-A61F-083AFCB86A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● ‘Entire home/apt’ and ‘Private room’ listings are most common, revealing strong guest preference for privacy and exclusive space.</a:t>
          </a:r>
        </a:p>
      </dgm:t>
    </dgm:pt>
    <dgm:pt modelId="{A39E6717-9997-439F-AE34-6EABB1FD7C46}" type="parTrans" cxnId="{1AD64A6D-E853-477E-9885-A40D907BD363}">
      <dgm:prSet/>
      <dgm:spPr/>
      <dgm:t>
        <a:bodyPr/>
        <a:lstStyle/>
        <a:p>
          <a:endParaRPr lang="en-US"/>
        </a:p>
      </dgm:t>
    </dgm:pt>
    <dgm:pt modelId="{FC01DCDB-D96C-49B0-ADF6-DFD5942B4DB5}" type="sibTrans" cxnId="{1AD64A6D-E853-477E-9885-A40D907BD363}">
      <dgm:prSet/>
      <dgm:spPr/>
      <dgm:t>
        <a:bodyPr/>
        <a:lstStyle/>
        <a:p>
          <a:endParaRPr lang="en-US"/>
        </a:p>
      </dgm:t>
    </dgm:pt>
    <dgm:pt modelId="{3D2ECEA4-D7A1-4D0E-8934-B778172873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● Manhattan and Brooklyn dominate in listing volume, signaling high activity and popularity in these central neighborhoods.</a:t>
          </a:r>
        </a:p>
      </dgm:t>
    </dgm:pt>
    <dgm:pt modelId="{4AF0F2D5-C34F-4412-9033-9B4D7DA53F73}" type="parTrans" cxnId="{14522B66-527D-4862-927F-F3961DB27CE2}">
      <dgm:prSet/>
      <dgm:spPr/>
      <dgm:t>
        <a:bodyPr/>
        <a:lstStyle/>
        <a:p>
          <a:endParaRPr lang="en-US"/>
        </a:p>
      </dgm:t>
    </dgm:pt>
    <dgm:pt modelId="{0ADD386E-06A7-4080-B5EA-6418D483D4E7}" type="sibTrans" cxnId="{14522B66-527D-4862-927F-F3961DB27CE2}">
      <dgm:prSet/>
      <dgm:spPr/>
      <dgm:t>
        <a:bodyPr/>
        <a:lstStyle/>
        <a:p>
          <a:endParaRPr lang="en-US"/>
        </a:p>
      </dgm:t>
    </dgm:pt>
    <dgm:pt modelId="{A500E90C-CC44-4FA6-A00D-24790B156C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● Price levels vary by room type, with ‘Shared room’ being the most affordable and ‘Hotel room’ or ‘Entire home/apt’ priced higher due to greater amenities and privacy.</a:t>
          </a:r>
        </a:p>
      </dgm:t>
    </dgm:pt>
    <dgm:pt modelId="{2EDB4A32-BC99-45AD-9224-EFD4818AC576}" type="parTrans" cxnId="{6A05F10B-82BC-41F6-BB43-CA47416F7976}">
      <dgm:prSet/>
      <dgm:spPr/>
      <dgm:t>
        <a:bodyPr/>
        <a:lstStyle/>
        <a:p>
          <a:endParaRPr lang="en-US"/>
        </a:p>
      </dgm:t>
    </dgm:pt>
    <dgm:pt modelId="{ED316B0B-B248-4932-BA6F-37F44F899618}" type="sibTrans" cxnId="{6A05F10B-82BC-41F6-BB43-CA47416F7976}">
      <dgm:prSet/>
      <dgm:spPr/>
      <dgm:t>
        <a:bodyPr/>
        <a:lstStyle/>
        <a:p>
          <a:endParaRPr lang="en-US"/>
        </a:p>
      </dgm:t>
    </dgm:pt>
    <dgm:pt modelId="{374AB477-2970-4BC2-A683-CBD3EDCA7F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● Review trends over time show noticeable peaks and dips, helping identify periods of high user engagement, which can guide marketing and resource planning.</a:t>
          </a:r>
        </a:p>
      </dgm:t>
    </dgm:pt>
    <dgm:pt modelId="{9CB86067-2B4A-4F75-A704-0A4A21B9899E}" type="parTrans" cxnId="{A8D72795-5863-43E3-BA5C-806EC7D96429}">
      <dgm:prSet/>
      <dgm:spPr/>
      <dgm:t>
        <a:bodyPr/>
        <a:lstStyle/>
        <a:p>
          <a:endParaRPr lang="en-US"/>
        </a:p>
      </dgm:t>
    </dgm:pt>
    <dgm:pt modelId="{3AE6C286-FD3E-495C-9702-17EF2F3930B5}" type="sibTrans" cxnId="{A8D72795-5863-43E3-BA5C-806EC7D96429}">
      <dgm:prSet/>
      <dgm:spPr/>
      <dgm:t>
        <a:bodyPr/>
        <a:lstStyle/>
        <a:p>
          <a:endParaRPr lang="en-US"/>
        </a:p>
      </dgm:t>
    </dgm:pt>
    <dgm:pt modelId="{FDE9F026-9D22-4092-A935-256343263474}" type="pres">
      <dgm:prSet presAssocID="{3B73BA9D-3B3A-4FAB-BA0C-4500295E5FB0}" presName="root" presStyleCnt="0">
        <dgm:presLayoutVars>
          <dgm:dir/>
          <dgm:resizeHandles val="exact"/>
        </dgm:presLayoutVars>
      </dgm:prSet>
      <dgm:spPr/>
    </dgm:pt>
    <dgm:pt modelId="{3B411036-7BE0-4748-A9C4-91C2DFBDA0AF}" type="pres">
      <dgm:prSet presAssocID="{BD37BBAD-8E6F-49FE-898E-523A8F5BE4F0}" presName="compNode" presStyleCnt="0"/>
      <dgm:spPr/>
    </dgm:pt>
    <dgm:pt modelId="{1370B1DE-37CE-4E8D-ABCB-898F6C7DADD5}" type="pres">
      <dgm:prSet presAssocID="{BD37BBAD-8E6F-49FE-898E-523A8F5BE4F0}" presName="iconBgRect" presStyleLbl="bgShp" presStyleIdx="0" presStyleCnt="5"/>
      <dgm:spPr>
        <a:solidFill>
          <a:srgbClr val="FF7575"/>
        </a:solidFill>
      </dgm:spPr>
    </dgm:pt>
    <dgm:pt modelId="{4B7E9A93-DDEB-4D88-8F6F-BD5A0D171150}" type="pres">
      <dgm:prSet presAssocID="{BD37BBAD-8E6F-49FE-898E-523A8F5BE4F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7607EEFD-4D38-4FD6-8544-0EB0FA1C251C}" type="pres">
      <dgm:prSet presAssocID="{BD37BBAD-8E6F-49FE-898E-523A8F5BE4F0}" presName="spaceRect" presStyleCnt="0"/>
      <dgm:spPr/>
    </dgm:pt>
    <dgm:pt modelId="{07E25C0A-EBE4-4060-8F20-CB94B71136C7}" type="pres">
      <dgm:prSet presAssocID="{BD37BBAD-8E6F-49FE-898E-523A8F5BE4F0}" presName="textRect" presStyleLbl="revTx" presStyleIdx="0" presStyleCnt="5">
        <dgm:presLayoutVars>
          <dgm:chMax val="1"/>
          <dgm:chPref val="1"/>
        </dgm:presLayoutVars>
      </dgm:prSet>
      <dgm:spPr/>
    </dgm:pt>
    <dgm:pt modelId="{57691120-7681-4205-A45D-98B5B92ED92B}" type="pres">
      <dgm:prSet presAssocID="{74E5AA12-FC49-4EAA-BC66-5B227ADC81A9}" presName="sibTrans" presStyleCnt="0"/>
      <dgm:spPr/>
    </dgm:pt>
    <dgm:pt modelId="{D6A25AC7-04D9-4DD2-85B2-653F4D5C6CBA}" type="pres">
      <dgm:prSet presAssocID="{C36045E5-BA2A-4820-A61F-083AFCB86A6A}" presName="compNode" presStyleCnt="0"/>
      <dgm:spPr/>
    </dgm:pt>
    <dgm:pt modelId="{7A64C1F5-C058-4A64-8076-15F388388BE8}" type="pres">
      <dgm:prSet presAssocID="{C36045E5-BA2A-4820-A61F-083AFCB86A6A}" presName="iconBgRect" presStyleLbl="bgShp" presStyleIdx="1" presStyleCnt="5"/>
      <dgm:spPr>
        <a:solidFill>
          <a:srgbClr val="FF7575"/>
        </a:solidFill>
      </dgm:spPr>
    </dgm:pt>
    <dgm:pt modelId="{7D2306E4-CDCA-474E-99A6-F719B564C9FF}" type="pres">
      <dgm:prSet presAssocID="{C36045E5-BA2A-4820-A61F-083AFCB86A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BBAB2BF3-0D87-45F6-8AF7-D1E279FB1526}" type="pres">
      <dgm:prSet presAssocID="{C36045E5-BA2A-4820-A61F-083AFCB86A6A}" presName="spaceRect" presStyleCnt="0"/>
      <dgm:spPr/>
    </dgm:pt>
    <dgm:pt modelId="{2A025684-B929-41AF-A0E7-B56E7E381123}" type="pres">
      <dgm:prSet presAssocID="{C36045E5-BA2A-4820-A61F-083AFCB86A6A}" presName="textRect" presStyleLbl="revTx" presStyleIdx="1" presStyleCnt="5">
        <dgm:presLayoutVars>
          <dgm:chMax val="1"/>
          <dgm:chPref val="1"/>
        </dgm:presLayoutVars>
      </dgm:prSet>
      <dgm:spPr/>
    </dgm:pt>
    <dgm:pt modelId="{5E852E70-E089-438F-AB52-004DF76C3367}" type="pres">
      <dgm:prSet presAssocID="{FC01DCDB-D96C-49B0-ADF6-DFD5942B4DB5}" presName="sibTrans" presStyleCnt="0"/>
      <dgm:spPr/>
    </dgm:pt>
    <dgm:pt modelId="{509B619C-747E-4EB6-A7FE-D111D3A8BF60}" type="pres">
      <dgm:prSet presAssocID="{3D2ECEA4-D7A1-4D0E-8934-B778172873B2}" presName="compNode" presStyleCnt="0"/>
      <dgm:spPr/>
    </dgm:pt>
    <dgm:pt modelId="{58BFF74F-39EA-4A65-BF4E-5AAB7E221B22}" type="pres">
      <dgm:prSet presAssocID="{3D2ECEA4-D7A1-4D0E-8934-B778172873B2}" presName="iconBgRect" presStyleLbl="bgShp" presStyleIdx="2" presStyleCnt="5"/>
      <dgm:spPr>
        <a:solidFill>
          <a:srgbClr val="FF7575"/>
        </a:solidFill>
      </dgm:spPr>
    </dgm:pt>
    <dgm:pt modelId="{3E6B101A-E278-46DF-8130-8B0F11B4F5D4}" type="pres">
      <dgm:prSet presAssocID="{3D2ECEA4-D7A1-4D0E-8934-B778172873B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0D4C60B2-6511-4468-97BB-2A17BA25B0D1}" type="pres">
      <dgm:prSet presAssocID="{3D2ECEA4-D7A1-4D0E-8934-B778172873B2}" presName="spaceRect" presStyleCnt="0"/>
      <dgm:spPr/>
    </dgm:pt>
    <dgm:pt modelId="{D63435B6-AFEC-4B82-B69F-2327FE6568D4}" type="pres">
      <dgm:prSet presAssocID="{3D2ECEA4-D7A1-4D0E-8934-B778172873B2}" presName="textRect" presStyleLbl="revTx" presStyleIdx="2" presStyleCnt="5">
        <dgm:presLayoutVars>
          <dgm:chMax val="1"/>
          <dgm:chPref val="1"/>
        </dgm:presLayoutVars>
      </dgm:prSet>
      <dgm:spPr/>
    </dgm:pt>
    <dgm:pt modelId="{511AABC4-0459-4187-A066-40FC470D0133}" type="pres">
      <dgm:prSet presAssocID="{0ADD386E-06A7-4080-B5EA-6418D483D4E7}" presName="sibTrans" presStyleCnt="0"/>
      <dgm:spPr/>
    </dgm:pt>
    <dgm:pt modelId="{EF4B468A-CEA2-4BA0-8018-5E30EA04617A}" type="pres">
      <dgm:prSet presAssocID="{A500E90C-CC44-4FA6-A00D-24790B156C24}" presName="compNode" presStyleCnt="0"/>
      <dgm:spPr/>
    </dgm:pt>
    <dgm:pt modelId="{18D85EEC-A524-444E-A943-97745A43BA96}" type="pres">
      <dgm:prSet presAssocID="{A500E90C-CC44-4FA6-A00D-24790B156C24}" presName="iconBgRect" presStyleLbl="bgShp" presStyleIdx="3" presStyleCnt="5"/>
      <dgm:spPr>
        <a:solidFill>
          <a:srgbClr val="FF7575"/>
        </a:solidFill>
      </dgm:spPr>
    </dgm:pt>
    <dgm:pt modelId="{9B759ACF-0572-43A2-BA0A-02F9D2330B56}" type="pres">
      <dgm:prSet presAssocID="{A500E90C-CC44-4FA6-A00D-24790B156C2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C269669B-6D2E-4443-BB5A-F4B1CE4C08E0}" type="pres">
      <dgm:prSet presAssocID="{A500E90C-CC44-4FA6-A00D-24790B156C24}" presName="spaceRect" presStyleCnt="0"/>
      <dgm:spPr/>
    </dgm:pt>
    <dgm:pt modelId="{63F3E339-3543-45CC-AFBB-80BDACA98C4A}" type="pres">
      <dgm:prSet presAssocID="{A500E90C-CC44-4FA6-A00D-24790B156C24}" presName="textRect" presStyleLbl="revTx" presStyleIdx="3" presStyleCnt="5">
        <dgm:presLayoutVars>
          <dgm:chMax val="1"/>
          <dgm:chPref val="1"/>
        </dgm:presLayoutVars>
      </dgm:prSet>
      <dgm:spPr/>
    </dgm:pt>
    <dgm:pt modelId="{E6BA5CDD-8158-4174-A0FC-175299A59BA6}" type="pres">
      <dgm:prSet presAssocID="{ED316B0B-B248-4932-BA6F-37F44F899618}" presName="sibTrans" presStyleCnt="0"/>
      <dgm:spPr/>
    </dgm:pt>
    <dgm:pt modelId="{A0C33739-709E-4771-9EEB-6C2940E2EDEE}" type="pres">
      <dgm:prSet presAssocID="{374AB477-2970-4BC2-A683-CBD3EDCA7FF7}" presName="compNode" presStyleCnt="0"/>
      <dgm:spPr/>
    </dgm:pt>
    <dgm:pt modelId="{7740A9AD-F61B-4E23-AF37-500FDB103610}" type="pres">
      <dgm:prSet presAssocID="{374AB477-2970-4BC2-A683-CBD3EDCA7FF7}" presName="iconBgRect" presStyleLbl="bgShp" presStyleIdx="4" presStyleCnt="5"/>
      <dgm:spPr>
        <a:solidFill>
          <a:srgbClr val="FF7575"/>
        </a:solidFill>
      </dgm:spPr>
    </dgm:pt>
    <dgm:pt modelId="{A187EA94-7DAF-4F02-AF92-BF1952633B08}" type="pres">
      <dgm:prSet presAssocID="{374AB477-2970-4BC2-A683-CBD3EDCA7F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9B530A8-CD1B-4803-AD27-20800754DB63}" type="pres">
      <dgm:prSet presAssocID="{374AB477-2970-4BC2-A683-CBD3EDCA7FF7}" presName="spaceRect" presStyleCnt="0"/>
      <dgm:spPr/>
    </dgm:pt>
    <dgm:pt modelId="{2042A75D-79B3-4D9B-9E2A-4DEE77192DF1}" type="pres">
      <dgm:prSet presAssocID="{374AB477-2970-4BC2-A683-CBD3EDCA7FF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A05F10B-82BC-41F6-BB43-CA47416F7976}" srcId="{3B73BA9D-3B3A-4FAB-BA0C-4500295E5FB0}" destId="{A500E90C-CC44-4FA6-A00D-24790B156C24}" srcOrd="3" destOrd="0" parTransId="{2EDB4A32-BC99-45AD-9224-EFD4818AC576}" sibTransId="{ED316B0B-B248-4932-BA6F-37F44F899618}"/>
    <dgm:cxn modelId="{5EF3C90F-44A3-408B-913B-E5199301EA75}" type="presOf" srcId="{A500E90C-CC44-4FA6-A00D-24790B156C24}" destId="{63F3E339-3543-45CC-AFBB-80BDACA98C4A}" srcOrd="0" destOrd="0" presId="urn:microsoft.com/office/officeart/2018/5/layout/IconCircleLabelList"/>
    <dgm:cxn modelId="{A7C7071F-EB5C-47B0-A676-D3A551157B08}" type="presOf" srcId="{BD37BBAD-8E6F-49FE-898E-523A8F5BE4F0}" destId="{07E25C0A-EBE4-4060-8F20-CB94B71136C7}" srcOrd="0" destOrd="0" presId="urn:microsoft.com/office/officeart/2018/5/layout/IconCircleLabelList"/>
    <dgm:cxn modelId="{14522B66-527D-4862-927F-F3961DB27CE2}" srcId="{3B73BA9D-3B3A-4FAB-BA0C-4500295E5FB0}" destId="{3D2ECEA4-D7A1-4D0E-8934-B778172873B2}" srcOrd="2" destOrd="0" parTransId="{4AF0F2D5-C34F-4412-9033-9B4D7DA53F73}" sibTransId="{0ADD386E-06A7-4080-B5EA-6418D483D4E7}"/>
    <dgm:cxn modelId="{F588D347-1AAD-4D33-81CD-E99F05F15245}" srcId="{3B73BA9D-3B3A-4FAB-BA0C-4500295E5FB0}" destId="{BD37BBAD-8E6F-49FE-898E-523A8F5BE4F0}" srcOrd="0" destOrd="0" parTransId="{BF0226F4-EB75-481C-B17A-4FFFC6B7D7A7}" sibTransId="{74E5AA12-FC49-4EAA-BC66-5B227ADC81A9}"/>
    <dgm:cxn modelId="{C3A21C4A-8C02-4B5B-BF59-0B59A08E6EC8}" type="presOf" srcId="{374AB477-2970-4BC2-A683-CBD3EDCA7FF7}" destId="{2042A75D-79B3-4D9B-9E2A-4DEE77192DF1}" srcOrd="0" destOrd="0" presId="urn:microsoft.com/office/officeart/2018/5/layout/IconCircleLabelList"/>
    <dgm:cxn modelId="{1AD64A6D-E853-477E-9885-A40D907BD363}" srcId="{3B73BA9D-3B3A-4FAB-BA0C-4500295E5FB0}" destId="{C36045E5-BA2A-4820-A61F-083AFCB86A6A}" srcOrd="1" destOrd="0" parTransId="{A39E6717-9997-439F-AE34-6EABB1FD7C46}" sibTransId="{FC01DCDB-D96C-49B0-ADF6-DFD5942B4DB5}"/>
    <dgm:cxn modelId="{CC7ADA8A-ABF2-4295-8966-D1DAA9170CCB}" type="presOf" srcId="{3D2ECEA4-D7A1-4D0E-8934-B778172873B2}" destId="{D63435B6-AFEC-4B82-B69F-2327FE6568D4}" srcOrd="0" destOrd="0" presId="urn:microsoft.com/office/officeart/2018/5/layout/IconCircleLabelList"/>
    <dgm:cxn modelId="{A8D72795-5863-43E3-BA5C-806EC7D96429}" srcId="{3B73BA9D-3B3A-4FAB-BA0C-4500295E5FB0}" destId="{374AB477-2970-4BC2-A683-CBD3EDCA7FF7}" srcOrd="4" destOrd="0" parTransId="{9CB86067-2B4A-4F75-A704-0A4A21B9899E}" sibTransId="{3AE6C286-FD3E-495C-9702-17EF2F3930B5}"/>
    <dgm:cxn modelId="{8E1415BB-EA17-4510-85BC-C69FFE8F7A4E}" type="presOf" srcId="{C36045E5-BA2A-4820-A61F-083AFCB86A6A}" destId="{2A025684-B929-41AF-A0E7-B56E7E381123}" srcOrd="0" destOrd="0" presId="urn:microsoft.com/office/officeart/2018/5/layout/IconCircleLabelList"/>
    <dgm:cxn modelId="{C6492CDF-B5B2-4E86-A3CC-94B852437CBF}" type="presOf" srcId="{3B73BA9D-3B3A-4FAB-BA0C-4500295E5FB0}" destId="{FDE9F026-9D22-4092-A935-256343263474}" srcOrd="0" destOrd="0" presId="urn:microsoft.com/office/officeart/2018/5/layout/IconCircleLabelList"/>
    <dgm:cxn modelId="{5A0D3807-0ABC-4207-BC7E-E13C6601A653}" type="presParOf" srcId="{FDE9F026-9D22-4092-A935-256343263474}" destId="{3B411036-7BE0-4748-A9C4-91C2DFBDA0AF}" srcOrd="0" destOrd="0" presId="urn:microsoft.com/office/officeart/2018/5/layout/IconCircleLabelList"/>
    <dgm:cxn modelId="{7DD5C77A-C0C8-4A7E-9F6F-C39B81812D30}" type="presParOf" srcId="{3B411036-7BE0-4748-A9C4-91C2DFBDA0AF}" destId="{1370B1DE-37CE-4E8D-ABCB-898F6C7DADD5}" srcOrd="0" destOrd="0" presId="urn:microsoft.com/office/officeart/2018/5/layout/IconCircleLabelList"/>
    <dgm:cxn modelId="{F5FFCB4E-986E-4ADC-9CE7-3D03E321E750}" type="presParOf" srcId="{3B411036-7BE0-4748-A9C4-91C2DFBDA0AF}" destId="{4B7E9A93-DDEB-4D88-8F6F-BD5A0D171150}" srcOrd="1" destOrd="0" presId="urn:microsoft.com/office/officeart/2018/5/layout/IconCircleLabelList"/>
    <dgm:cxn modelId="{7DD8A304-03DA-4945-AE36-AC4CD73447C5}" type="presParOf" srcId="{3B411036-7BE0-4748-A9C4-91C2DFBDA0AF}" destId="{7607EEFD-4D38-4FD6-8544-0EB0FA1C251C}" srcOrd="2" destOrd="0" presId="urn:microsoft.com/office/officeart/2018/5/layout/IconCircleLabelList"/>
    <dgm:cxn modelId="{197235DD-4236-45EB-B746-7685E52DFBC8}" type="presParOf" srcId="{3B411036-7BE0-4748-A9C4-91C2DFBDA0AF}" destId="{07E25C0A-EBE4-4060-8F20-CB94B71136C7}" srcOrd="3" destOrd="0" presId="urn:microsoft.com/office/officeart/2018/5/layout/IconCircleLabelList"/>
    <dgm:cxn modelId="{C68301A2-06F2-480A-B11E-E00442ACEDA6}" type="presParOf" srcId="{FDE9F026-9D22-4092-A935-256343263474}" destId="{57691120-7681-4205-A45D-98B5B92ED92B}" srcOrd="1" destOrd="0" presId="urn:microsoft.com/office/officeart/2018/5/layout/IconCircleLabelList"/>
    <dgm:cxn modelId="{8F39142A-F0FB-4261-B573-60576F480183}" type="presParOf" srcId="{FDE9F026-9D22-4092-A935-256343263474}" destId="{D6A25AC7-04D9-4DD2-85B2-653F4D5C6CBA}" srcOrd="2" destOrd="0" presId="urn:microsoft.com/office/officeart/2018/5/layout/IconCircleLabelList"/>
    <dgm:cxn modelId="{E634F242-F758-446E-BA86-2296527B842E}" type="presParOf" srcId="{D6A25AC7-04D9-4DD2-85B2-653F4D5C6CBA}" destId="{7A64C1F5-C058-4A64-8076-15F388388BE8}" srcOrd="0" destOrd="0" presId="urn:microsoft.com/office/officeart/2018/5/layout/IconCircleLabelList"/>
    <dgm:cxn modelId="{0D8F6B49-B6F8-4B11-9D6B-20B30E213762}" type="presParOf" srcId="{D6A25AC7-04D9-4DD2-85B2-653F4D5C6CBA}" destId="{7D2306E4-CDCA-474E-99A6-F719B564C9FF}" srcOrd="1" destOrd="0" presId="urn:microsoft.com/office/officeart/2018/5/layout/IconCircleLabelList"/>
    <dgm:cxn modelId="{AA935B55-FA8E-4B8A-9050-88F5310D3777}" type="presParOf" srcId="{D6A25AC7-04D9-4DD2-85B2-653F4D5C6CBA}" destId="{BBAB2BF3-0D87-45F6-8AF7-D1E279FB1526}" srcOrd="2" destOrd="0" presId="urn:microsoft.com/office/officeart/2018/5/layout/IconCircleLabelList"/>
    <dgm:cxn modelId="{7F208B3F-F46C-4A73-82B6-6E66611A7488}" type="presParOf" srcId="{D6A25AC7-04D9-4DD2-85B2-653F4D5C6CBA}" destId="{2A025684-B929-41AF-A0E7-B56E7E381123}" srcOrd="3" destOrd="0" presId="urn:microsoft.com/office/officeart/2018/5/layout/IconCircleLabelList"/>
    <dgm:cxn modelId="{92F05C17-1D65-43F8-A79D-03BBB9081F2F}" type="presParOf" srcId="{FDE9F026-9D22-4092-A935-256343263474}" destId="{5E852E70-E089-438F-AB52-004DF76C3367}" srcOrd="3" destOrd="0" presId="urn:microsoft.com/office/officeart/2018/5/layout/IconCircleLabelList"/>
    <dgm:cxn modelId="{E01082D9-614E-4214-9476-7845F7D9B754}" type="presParOf" srcId="{FDE9F026-9D22-4092-A935-256343263474}" destId="{509B619C-747E-4EB6-A7FE-D111D3A8BF60}" srcOrd="4" destOrd="0" presId="urn:microsoft.com/office/officeart/2018/5/layout/IconCircleLabelList"/>
    <dgm:cxn modelId="{7D48D873-A321-49E0-9FF8-4FFB391888FE}" type="presParOf" srcId="{509B619C-747E-4EB6-A7FE-D111D3A8BF60}" destId="{58BFF74F-39EA-4A65-BF4E-5AAB7E221B22}" srcOrd="0" destOrd="0" presId="urn:microsoft.com/office/officeart/2018/5/layout/IconCircleLabelList"/>
    <dgm:cxn modelId="{156DF9FF-F586-47DD-9838-88D23A01C591}" type="presParOf" srcId="{509B619C-747E-4EB6-A7FE-D111D3A8BF60}" destId="{3E6B101A-E278-46DF-8130-8B0F11B4F5D4}" srcOrd="1" destOrd="0" presId="urn:microsoft.com/office/officeart/2018/5/layout/IconCircleLabelList"/>
    <dgm:cxn modelId="{AFC6AC70-0402-4AF4-A7A8-5C3756D70532}" type="presParOf" srcId="{509B619C-747E-4EB6-A7FE-D111D3A8BF60}" destId="{0D4C60B2-6511-4468-97BB-2A17BA25B0D1}" srcOrd="2" destOrd="0" presId="urn:microsoft.com/office/officeart/2018/5/layout/IconCircleLabelList"/>
    <dgm:cxn modelId="{2B5B81EF-52E0-4F95-821F-C0461D26C89A}" type="presParOf" srcId="{509B619C-747E-4EB6-A7FE-D111D3A8BF60}" destId="{D63435B6-AFEC-4B82-B69F-2327FE6568D4}" srcOrd="3" destOrd="0" presId="urn:microsoft.com/office/officeart/2018/5/layout/IconCircleLabelList"/>
    <dgm:cxn modelId="{234E9101-C711-4488-A34B-1387EF2F4AC3}" type="presParOf" srcId="{FDE9F026-9D22-4092-A935-256343263474}" destId="{511AABC4-0459-4187-A066-40FC470D0133}" srcOrd="5" destOrd="0" presId="urn:microsoft.com/office/officeart/2018/5/layout/IconCircleLabelList"/>
    <dgm:cxn modelId="{C579B7CA-9C6E-4345-BF56-64F938385771}" type="presParOf" srcId="{FDE9F026-9D22-4092-A935-256343263474}" destId="{EF4B468A-CEA2-4BA0-8018-5E30EA04617A}" srcOrd="6" destOrd="0" presId="urn:microsoft.com/office/officeart/2018/5/layout/IconCircleLabelList"/>
    <dgm:cxn modelId="{2D6AE9E0-EDFF-403F-84E2-977A33F87FEB}" type="presParOf" srcId="{EF4B468A-CEA2-4BA0-8018-5E30EA04617A}" destId="{18D85EEC-A524-444E-A943-97745A43BA96}" srcOrd="0" destOrd="0" presId="urn:microsoft.com/office/officeart/2018/5/layout/IconCircleLabelList"/>
    <dgm:cxn modelId="{AC719ABD-69E8-4496-A51B-FF23DB3D8FB9}" type="presParOf" srcId="{EF4B468A-CEA2-4BA0-8018-5E30EA04617A}" destId="{9B759ACF-0572-43A2-BA0A-02F9D2330B56}" srcOrd="1" destOrd="0" presId="urn:microsoft.com/office/officeart/2018/5/layout/IconCircleLabelList"/>
    <dgm:cxn modelId="{0A39F266-8DF5-4808-89B0-C34D269493ED}" type="presParOf" srcId="{EF4B468A-CEA2-4BA0-8018-5E30EA04617A}" destId="{C269669B-6D2E-4443-BB5A-F4B1CE4C08E0}" srcOrd="2" destOrd="0" presId="urn:microsoft.com/office/officeart/2018/5/layout/IconCircleLabelList"/>
    <dgm:cxn modelId="{01BA43FE-D266-455C-AB34-A33740798599}" type="presParOf" srcId="{EF4B468A-CEA2-4BA0-8018-5E30EA04617A}" destId="{63F3E339-3543-45CC-AFBB-80BDACA98C4A}" srcOrd="3" destOrd="0" presId="urn:microsoft.com/office/officeart/2018/5/layout/IconCircleLabelList"/>
    <dgm:cxn modelId="{104AB4D4-6740-4721-9F67-EFD8A43351FF}" type="presParOf" srcId="{FDE9F026-9D22-4092-A935-256343263474}" destId="{E6BA5CDD-8158-4174-A0FC-175299A59BA6}" srcOrd="7" destOrd="0" presId="urn:microsoft.com/office/officeart/2018/5/layout/IconCircleLabelList"/>
    <dgm:cxn modelId="{D786488C-0546-4A30-A94B-D5318187323E}" type="presParOf" srcId="{FDE9F026-9D22-4092-A935-256343263474}" destId="{A0C33739-709E-4771-9EEB-6C2940E2EDEE}" srcOrd="8" destOrd="0" presId="urn:microsoft.com/office/officeart/2018/5/layout/IconCircleLabelList"/>
    <dgm:cxn modelId="{6B431319-6ADD-4562-BC50-EE00E307A541}" type="presParOf" srcId="{A0C33739-709E-4771-9EEB-6C2940E2EDEE}" destId="{7740A9AD-F61B-4E23-AF37-500FDB103610}" srcOrd="0" destOrd="0" presId="urn:microsoft.com/office/officeart/2018/5/layout/IconCircleLabelList"/>
    <dgm:cxn modelId="{1F6B932C-42D3-4ABE-ADB8-B4EB425679F2}" type="presParOf" srcId="{A0C33739-709E-4771-9EEB-6C2940E2EDEE}" destId="{A187EA94-7DAF-4F02-AF92-BF1952633B08}" srcOrd="1" destOrd="0" presId="urn:microsoft.com/office/officeart/2018/5/layout/IconCircleLabelList"/>
    <dgm:cxn modelId="{54865134-E71D-4E1A-B15B-D864E4674460}" type="presParOf" srcId="{A0C33739-709E-4771-9EEB-6C2940E2EDEE}" destId="{79B530A8-CD1B-4803-AD27-20800754DB63}" srcOrd="2" destOrd="0" presId="urn:microsoft.com/office/officeart/2018/5/layout/IconCircleLabelList"/>
    <dgm:cxn modelId="{CEE125E6-46F2-434C-9D3B-D4EEEC5895B0}" type="presParOf" srcId="{A0C33739-709E-4771-9EEB-6C2940E2EDEE}" destId="{2042A75D-79B3-4D9B-9E2A-4DEE77192D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719D7C-A414-46CD-AA46-575D9D364A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D5F292F-E569-47C6-A7D0-8F68A14F69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Presented by: Dharmesh Parmar</a:t>
          </a:r>
        </a:p>
        <a:p>
          <a:pPr>
            <a:defRPr cap="all"/>
          </a:pPr>
          <a:endParaRPr lang="en-US"/>
        </a:p>
      </dgm:t>
    </dgm:pt>
    <dgm:pt modelId="{CE1D25B5-DD78-4B88-845C-258BA7BE2742}" type="parTrans" cxnId="{4DF9454E-ED6E-491C-A818-775DDB912121}">
      <dgm:prSet/>
      <dgm:spPr/>
      <dgm:t>
        <a:bodyPr/>
        <a:lstStyle/>
        <a:p>
          <a:endParaRPr lang="en-US"/>
        </a:p>
      </dgm:t>
    </dgm:pt>
    <dgm:pt modelId="{1252794F-C53A-4878-B283-CFA8D9B55B19}" type="sibTrans" cxnId="{4DF9454E-ED6E-491C-A818-775DDB91212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89AC02-5119-482D-8436-DAEA52C903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appreciate your time and interest in this analysis.</a:t>
          </a:r>
        </a:p>
      </dgm:t>
    </dgm:pt>
    <dgm:pt modelId="{39779A83-463F-4674-BF68-A6BD6633E8EF}" type="parTrans" cxnId="{8036F824-1FC8-422B-8A8A-AEE5495EA567}">
      <dgm:prSet/>
      <dgm:spPr/>
      <dgm:t>
        <a:bodyPr/>
        <a:lstStyle/>
        <a:p>
          <a:endParaRPr lang="en-US"/>
        </a:p>
      </dgm:t>
    </dgm:pt>
    <dgm:pt modelId="{44395B74-EBCA-40B1-BD1A-139B0AD9E62B}" type="sibTrans" cxnId="{8036F824-1FC8-422B-8A8A-AEE5495EA567}">
      <dgm:prSet/>
      <dgm:spPr/>
      <dgm:t>
        <a:bodyPr/>
        <a:lstStyle/>
        <a:p>
          <a:endParaRPr lang="en-US"/>
        </a:p>
      </dgm:t>
    </dgm:pt>
    <dgm:pt modelId="{B5D4D008-9958-439E-921C-9F5DF507A311}" type="pres">
      <dgm:prSet presAssocID="{C2719D7C-A414-46CD-AA46-575D9D364A28}" presName="root" presStyleCnt="0">
        <dgm:presLayoutVars>
          <dgm:dir/>
          <dgm:resizeHandles val="exact"/>
        </dgm:presLayoutVars>
      </dgm:prSet>
      <dgm:spPr/>
    </dgm:pt>
    <dgm:pt modelId="{98534181-7DE8-4CBE-9180-623869A161DA}" type="pres">
      <dgm:prSet presAssocID="{C2719D7C-A414-46CD-AA46-575D9D364A28}" presName="container" presStyleCnt="0">
        <dgm:presLayoutVars>
          <dgm:dir/>
          <dgm:resizeHandles val="exact"/>
        </dgm:presLayoutVars>
      </dgm:prSet>
      <dgm:spPr/>
    </dgm:pt>
    <dgm:pt modelId="{D518BA7B-93D4-4C22-A854-C9BBAAA27754}" type="pres">
      <dgm:prSet presAssocID="{2D5F292F-E569-47C6-A7D0-8F68A14F6933}" presName="compNode" presStyleCnt="0"/>
      <dgm:spPr/>
    </dgm:pt>
    <dgm:pt modelId="{46B91909-3B41-4720-A22F-DDE5ABAB49E0}" type="pres">
      <dgm:prSet presAssocID="{2D5F292F-E569-47C6-A7D0-8F68A14F6933}" presName="iconBgRect" presStyleLbl="bgShp" presStyleIdx="0" presStyleCnt="2"/>
      <dgm:spPr>
        <a:solidFill>
          <a:srgbClr val="FF7575"/>
        </a:solidFill>
      </dgm:spPr>
    </dgm:pt>
    <dgm:pt modelId="{74263AC2-C9EE-49ED-8B87-CFBA1BCD29B1}" type="pres">
      <dgm:prSet presAssocID="{2D5F292F-E569-47C6-A7D0-8F68A14F693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0B452983-6B68-4CD8-A2FD-E87B03214168}" type="pres">
      <dgm:prSet presAssocID="{2D5F292F-E569-47C6-A7D0-8F68A14F6933}" presName="spaceRect" presStyleCnt="0"/>
      <dgm:spPr/>
    </dgm:pt>
    <dgm:pt modelId="{1BE6C8EC-4A42-4EE7-9FCD-64E6696D0472}" type="pres">
      <dgm:prSet presAssocID="{2D5F292F-E569-47C6-A7D0-8F68A14F6933}" presName="textRect" presStyleLbl="revTx" presStyleIdx="0" presStyleCnt="2">
        <dgm:presLayoutVars>
          <dgm:chMax val="1"/>
          <dgm:chPref val="1"/>
        </dgm:presLayoutVars>
      </dgm:prSet>
      <dgm:spPr/>
    </dgm:pt>
    <dgm:pt modelId="{D8CC13F2-AB14-4E54-AB5B-E1A0D40A2BFE}" type="pres">
      <dgm:prSet presAssocID="{1252794F-C53A-4878-B283-CFA8D9B55B19}" presName="sibTrans" presStyleLbl="sibTrans2D1" presStyleIdx="0" presStyleCnt="0"/>
      <dgm:spPr/>
    </dgm:pt>
    <dgm:pt modelId="{3FF38CC0-7367-4B77-89D8-EC0348592755}" type="pres">
      <dgm:prSet presAssocID="{7689AC02-5119-482D-8436-DAEA52C903B0}" presName="compNode" presStyleCnt="0"/>
      <dgm:spPr/>
    </dgm:pt>
    <dgm:pt modelId="{B31AAC2F-E7DA-49BC-9DD9-1A1968297508}" type="pres">
      <dgm:prSet presAssocID="{7689AC02-5119-482D-8436-DAEA52C903B0}" presName="iconBgRect" presStyleLbl="bgShp" presStyleIdx="1" presStyleCnt="2"/>
      <dgm:spPr>
        <a:solidFill>
          <a:srgbClr val="FF7575"/>
        </a:solidFill>
      </dgm:spPr>
    </dgm:pt>
    <dgm:pt modelId="{0D74643F-AB3F-4352-8435-5F5E3AF66835}" type="pres">
      <dgm:prSet presAssocID="{7689AC02-5119-482D-8436-DAEA52C903B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5CEEA65-BF64-48B5-BA79-794B531BECC0}" type="pres">
      <dgm:prSet presAssocID="{7689AC02-5119-482D-8436-DAEA52C903B0}" presName="spaceRect" presStyleCnt="0"/>
      <dgm:spPr/>
    </dgm:pt>
    <dgm:pt modelId="{30241A53-7288-4D28-9384-8F34931AA65D}" type="pres">
      <dgm:prSet presAssocID="{7689AC02-5119-482D-8436-DAEA52C903B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365BF0D-E38B-4368-9F0D-72A85C758FCE}" type="presOf" srcId="{1252794F-C53A-4878-B283-CFA8D9B55B19}" destId="{D8CC13F2-AB14-4E54-AB5B-E1A0D40A2BFE}" srcOrd="0" destOrd="0" presId="urn:microsoft.com/office/officeart/2018/2/layout/IconCircleList"/>
    <dgm:cxn modelId="{8036F824-1FC8-422B-8A8A-AEE5495EA567}" srcId="{C2719D7C-A414-46CD-AA46-575D9D364A28}" destId="{7689AC02-5119-482D-8436-DAEA52C903B0}" srcOrd="1" destOrd="0" parTransId="{39779A83-463F-4674-BF68-A6BD6633E8EF}" sibTransId="{44395B74-EBCA-40B1-BD1A-139B0AD9E62B}"/>
    <dgm:cxn modelId="{FB80D240-9A6B-455D-B363-95DE812890B1}" type="presOf" srcId="{C2719D7C-A414-46CD-AA46-575D9D364A28}" destId="{B5D4D008-9958-439E-921C-9F5DF507A311}" srcOrd="0" destOrd="0" presId="urn:microsoft.com/office/officeart/2018/2/layout/IconCircleList"/>
    <dgm:cxn modelId="{4DF9454E-ED6E-491C-A818-775DDB912121}" srcId="{C2719D7C-A414-46CD-AA46-575D9D364A28}" destId="{2D5F292F-E569-47C6-A7D0-8F68A14F6933}" srcOrd="0" destOrd="0" parTransId="{CE1D25B5-DD78-4B88-845C-258BA7BE2742}" sibTransId="{1252794F-C53A-4878-B283-CFA8D9B55B19}"/>
    <dgm:cxn modelId="{F3ED2B77-6DFD-47C1-80B0-4711B7446A95}" type="presOf" srcId="{2D5F292F-E569-47C6-A7D0-8F68A14F6933}" destId="{1BE6C8EC-4A42-4EE7-9FCD-64E6696D0472}" srcOrd="0" destOrd="0" presId="urn:microsoft.com/office/officeart/2018/2/layout/IconCircleList"/>
    <dgm:cxn modelId="{44EC5CD9-907B-4280-B716-0233B8906FE3}" type="presOf" srcId="{7689AC02-5119-482D-8436-DAEA52C903B0}" destId="{30241A53-7288-4D28-9384-8F34931AA65D}" srcOrd="0" destOrd="0" presId="urn:microsoft.com/office/officeart/2018/2/layout/IconCircleList"/>
    <dgm:cxn modelId="{C85F78DD-7C90-46CB-AAAB-972CA55DC7FB}" type="presParOf" srcId="{B5D4D008-9958-439E-921C-9F5DF507A311}" destId="{98534181-7DE8-4CBE-9180-623869A161DA}" srcOrd="0" destOrd="0" presId="urn:microsoft.com/office/officeart/2018/2/layout/IconCircleList"/>
    <dgm:cxn modelId="{04A69E5E-391B-4BFE-BB9C-9417E0003AA7}" type="presParOf" srcId="{98534181-7DE8-4CBE-9180-623869A161DA}" destId="{D518BA7B-93D4-4C22-A854-C9BBAAA27754}" srcOrd="0" destOrd="0" presId="urn:microsoft.com/office/officeart/2018/2/layout/IconCircleList"/>
    <dgm:cxn modelId="{2B86C983-9F43-439D-966C-38C8027DC00D}" type="presParOf" srcId="{D518BA7B-93D4-4C22-A854-C9BBAAA27754}" destId="{46B91909-3B41-4720-A22F-DDE5ABAB49E0}" srcOrd="0" destOrd="0" presId="urn:microsoft.com/office/officeart/2018/2/layout/IconCircleList"/>
    <dgm:cxn modelId="{E7766A7A-439D-49CD-8D20-99A975D6FC2B}" type="presParOf" srcId="{D518BA7B-93D4-4C22-A854-C9BBAAA27754}" destId="{74263AC2-C9EE-49ED-8B87-CFBA1BCD29B1}" srcOrd="1" destOrd="0" presId="urn:microsoft.com/office/officeart/2018/2/layout/IconCircleList"/>
    <dgm:cxn modelId="{4006C1A6-A1D7-4D30-84AD-07D6AAFE42A3}" type="presParOf" srcId="{D518BA7B-93D4-4C22-A854-C9BBAAA27754}" destId="{0B452983-6B68-4CD8-A2FD-E87B03214168}" srcOrd="2" destOrd="0" presId="urn:microsoft.com/office/officeart/2018/2/layout/IconCircleList"/>
    <dgm:cxn modelId="{FC0AF182-3890-447D-84DD-C9F744F74CC8}" type="presParOf" srcId="{D518BA7B-93D4-4C22-A854-C9BBAAA27754}" destId="{1BE6C8EC-4A42-4EE7-9FCD-64E6696D0472}" srcOrd="3" destOrd="0" presId="urn:microsoft.com/office/officeart/2018/2/layout/IconCircleList"/>
    <dgm:cxn modelId="{47429992-B1DD-42FD-96E8-695D54BD3EE1}" type="presParOf" srcId="{98534181-7DE8-4CBE-9180-623869A161DA}" destId="{D8CC13F2-AB14-4E54-AB5B-E1A0D40A2BFE}" srcOrd="1" destOrd="0" presId="urn:microsoft.com/office/officeart/2018/2/layout/IconCircleList"/>
    <dgm:cxn modelId="{12061DCB-D8C5-4784-85C7-E013FE8211B0}" type="presParOf" srcId="{98534181-7DE8-4CBE-9180-623869A161DA}" destId="{3FF38CC0-7367-4B77-89D8-EC0348592755}" srcOrd="2" destOrd="0" presId="urn:microsoft.com/office/officeart/2018/2/layout/IconCircleList"/>
    <dgm:cxn modelId="{A2E1073B-CD92-42C9-B4DB-CA017EC23DED}" type="presParOf" srcId="{3FF38CC0-7367-4B77-89D8-EC0348592755}" destId="{B31AAC2F-E7DA-49BC-9DD9-1A1968297508}" srcOrd="0" destOrd="0" presId="urn:microsoft.com/office/officeart/2018/2/layout/IconCircleList"/>
    <dgm:cxn modelId="{855D6A5D-F0C1-42B5-863A-74536A5C7286}" type="presParOf" srcId="{3FF38CC0-7367-4B77-89D8-EC0348592755}" destId="{0D74643F-AB3F-4352-8435-5F5E3AF66835}" srcOrd="1" destOrd="0" presId="urn:microsoft.com/office/officeart/2018/2/layout/IconCircleList"/>
    <dgm:cxn modelId="{1876C12E-AF83-44B2-9482-FC7906E7BE5C}" type="presParOf" srcId="{3FF38CC0-7367-4B77-89D8-EC0348592755}" destId="{F5CEEA65-BF64-48B5-BA79-794B531BECC0}" srcOrd="2" destOrd="0" presId="urn:microsoft.com/office/officeart/2018/2/layout/IconCircleList"/>
    <dgm:cxn modelId="{6883202C-05F7-4414-AA54-CF8F1C0BBA97}" type="presParOf" srcId="{3FF38CC0-7367-4B77-89D8-EC0348592755}" destId="{30241A53-7288-4D28-9384-8F34931AA65D}" srcOrd="3" destOrd="0" presId="urn:microsoft.com/office/officeart/2018/2/layout/IconCircleList"/>
  </dgm:cxnLst>
  <dgm:bg>
    <a:solidFill>
      <a:srgbClr val="FF7575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5763D-7F7B-4DC0-9771-8623CCF7621C}">
      <dsp:nvSpPr>
        <dsp:cNvPr id="0" name=""/>
        <dsp:cNvSpPr/>
      </dsp:nvSpPr>
      <dsp:spPr>
        <a:xfrm>
          <a:off x="0" y="3013"/>
          <a:ext cx="8229600" cy="839475"/>
        </a:xfrm>
        <a:prstGeom prst="roundRect">
          <a:avLst/>
        </a:prstGeom>
        <a:solidFill>
          <a:srgbClr val="FF757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Founded: 2008</a:t>
          </a:r>
        </a:p>
      </dsp:txBody>
      <dsp:txXfrm>
        <a:off x="40980" y="43993"/>
        <a:ext cx="8147640" cy="757515"/>
      </dsp:txXfrm>
    </dsp:sp>
    <dsp:sp modelId="{CC167AAF-270B-4499-8CB7-23D5EF1F17A7}">
      <dsp:nvSpPr>
        <dsp:cNvPr id="0" name=""/>
        <dsp:cNvSpPr/>
      </dsp:nvSpPr>
      <dsp:spPr>
        <a:xfrm>
          <a:off x="0" y="923129"/>
          <a:ext cx="8229600" cy="839475"/>
        </a:xfrm>
        <a:prstGeom prst="roundRect">
          <a:avLst/>
        </a:prstGeom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- Headquarters: San Francisco, California, USA</a:t>
          </a:r>
        </a:p>
      </dsp:txBody>
      <dsp:txXfrm>
        <a:off x="40980" y="964109"/>
        <a:ext cx="8147640" cy="757515"/>
      </dsp:txXfrm>
    </dsp:sp>
    <dsp:sp modelId="{ABBFD12D-ABEC-4A9A-B8F4-E1D6BE24A01E}">
      <dsp:nvSpPr>
        <dsp:cNvPr id="0" name=""/>
        <dsp:cNvSpPr/>
      </dsp:nvSpPr>
      <dsp:spPr>
        <a:xfrm>
          <a:off x="0" y="1843244"/>
          <a:ext cx="8229600" cy="839475"/>
        </a:xfrm>
        <a:prstGeom prst="roundRect">
          <a:avLst/>
        </a:prstGeom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Industry: </a:t>
          </a:r>
          <a:r>
            <a:rPr lang="en-US" sz="21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Travel</a:t>
          </a:r>
          <a:r>
            <a:rPr lang="en-US" sz="2100" kern="1200" dirty="0"/>
            <a:t> &amp; Hospitality</a:t>
          </a:r>
        </a:p>
      </dsp:txBody>
      <dsp:txXfrm>
        <a:off x="40980" y="1884224"/>
        <a:ext cx="8147640" cy="757515"/>
      </dsp:txXfrm>
    </dsp:sp>
    <dsp:sp modelId="{2B36658B-0D1D-4671-9181-BF3999CCD347}">
      <dsp:nvSpPr>
        <dsp:cNvPr id="0" name=""/>
        <dsp:cNvSpPr/>
      </dsp:nvSpPr>
      <dsp:spPr>
        <a:xfrm>
          <a:off x="0" y="2763358"/>
          <a:ext cx="8229600" cy="839475"/>
        </a:xfrm>
        <a:prstGeom prst="roundRect">
          <a:avLst/>
        </a:prstGeom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Business </a:t>
          </a:r>
          <a:r>
            <a:rPr lang="en-US" sz="21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Model</a:t>
          </a:r>
          <a:r>
            <a:rPr lang="en-US" sz="2100" kern="1200" dirty="0"/>
            <a:t>: Online marketplace for short-term homestays and experiences</a:t>
          </a:r>
        </a:p>
      </dsp:txBody>
      <dsp:txXfrm>
        <a:off x="40980" y="2804338"/>
        <a:ext cx="8147640" cy="757515"/>
      </dsp:txXfrm>
    </dsp:sp>
    <dsp:sp modelId="{C8851A60-846B-4644-9CE1-D97F051EDF7E}">
      <dsp:nvSpPr>
        <dsp:cNvPr id="0" name=""/>
        <dsp:cNvSpPr/>
      </dsp:nvSpPr>
      <dsp:spPr>
        <a:xfrm>
          <a:off x="0" y="3683474"/>
          <a:ext cx="8229600" cy="839475"/>
        </a:xfrm>
        <a:prstGeom prst="roundRect">
          <a:avLst/>
        </a:prstGeom>
        <a:solidFill>
          <a:srgbClr val="FF7575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Mission</a:t>
          </a:r>
          <a:r>
            <a:rPr lang="en-US" sz="2200" kern="1200" dirty="0"/>
            <a:t>: To help create a world where anyone can belong anywhere</a:t>
          </a:r>
        </a:p>
      </dsp:txBody>
      <dsp:txXfrm>
        <a:off x="40980" y="3724454"/>
        <a:ext cx="8147640" cy="757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78EB0-94C9-4C9F-8A18-BC18729187B6}">
      <dsp:nvSpPr>
        <dsp:cNvPr id="0" name=""/>
        <dsp:cNvSpPr/>
      </dsp:nvSpPr>
      <dsp:spPr>
        <a:xfrm>
          <a:off x="0" y="4300"/>
          <a:ext cx="3943350" cy="916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2C7E9-3A9A-4FAF-8719-CE8B38D8B98A}">
      <dsp:nvSpPr>
        <dsp:cNvPr id="0" name=""/>
        <dsp:cNvSpPr/>
      </dsp:nvSpPr>
      <dsp:spPr>
        <a:xfrm>
          <a:off x="277094" y="210403"/>
          <a:ext cx="503807" cy="503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B5BF5-023F-4F8E-BDA0-2E5F14A02E50}">
      <dsp:nvSpPr>
        <dsp:cNvPr id="0" name=""/>
        <dsp:cNvSpPr/>
      </dsp:nvSpPr>
      <dsp:spPr>
        <a:xfrm>
          <a:off x="1057996" y="4300"/>
          <a:ext cx="288535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What is the distribution of listing prices?</a:t>
          </a:r>
        </a:p>
      </dsp:txBody>
      <dsp:txXfrm>
        <a:off x="1057996" y="4300"/>
        <a:ext cx="2885353" cy="916014"/>
      </dsp:txXfrm>
    </dsp:sp>
    <dsp:sp modelId="{D21EF8DD-9BD5-48E7-9BA2-221C92EA06D4}">
      <dsp:nvSpPr>
        <dsp:cNvPr id="0" name=""/>
        <dsp:cNvSpPr/>
      </dsp:nvSpPr>
      <dsp:spPr>
        <a:xfrm>
          <a:off x="0" y="1149318"/>
          <a:ext cx="3943350" cy="916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9A9BC-39C5-4182-9B81-DCDE49D4BF67}">
      <dsp:nvSpPr>
        <dsp:cNvPr id="0" name=""/>
        <dsp:cNvSpPr/>
      </dsp:nvSpPr>
      <dsp:spPr>
        <a:xfrm>
          <a:off x="277094" y="1355421"/>
          <a:ext cx="503807" cy="503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C0D39-A7B0-4538-9F6A-2C35B9445558}">
      <dsp:nvSpPr>
        <dsp:cNvPr id="0" name=""/>
        <dsp:cNvSpPr/>
      </dsp:nvSpPr>
      <dsp:spPr>
        <a:xfrm>
          <a:off x="1057996" y="1149318"/>
          <a:ext cx="288535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How are different room types distributed?</a:t>
          </a:r>
        </a:p>
      </dsp:txBody>
      <dsp:txXfrm>
        <a:off x="1057996" y="1149318"/>
        <a:ext cx="2885353" cy="916014"/>
      </dsp:txXfrm>
    </dsp:sp>
    <dsp:sp modelId="{DDD9DF1B-520B-4991-8948-14F8E2024E9C}">
      <dsp:nvSpPr>
        <dsp:cNvPr id="0" name=""/>
        <dsp:cNvSpPr/>
      </dsp:nvSpPr>
      <dsp:spPr>
        <a:xfrm>
          <a:off x="0" y="2294336"/>
          <a:ext cx="3943350" cy="916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B5A75-4790-4940-AD27-8DA08CDE0C3F}">
      <dsp:nvSpPr>
        <dsp:cNvPr id="0" name=""/>
        <dsp:cNvSpPr/>
      </dsp:nvSpPr>
      <dsp:spPr>
        <a:xfrm>
          <a:off x="277094" y="2500440"/>
          <a:ext cx="503807" cy="503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86F56-7460-43AD-8887-A7367CEF4D9B}">
      <dsp:nvSpPr>
        <dsp:cNvPr id="0" name=""/>
        <dsp:cNvSpPr/>
      </dsp:nvSpPr>
      <dsp:spPr>
        <a:xfrm>
          <a:off x="1057996" y="2294336"/>
          <a:ext cx="288535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How are listings distributed across neighborhood groups?</a:t>
          </a:r>
        </a:p>
      </dsp:txBody>
      <dsp:txXfrm>
        <a:off x="1057996" y="2294336"/>
        <a:ext cx="2885353" cy="916014"/>
      </dsp:txXfrm>
    </dsp:sp>
    <dsp:sp modelId="{B4547522-F1C9-416D-AD7C-AF2936591082}">
      <dsp:nvSpPr>
        <dsp:cNvPr id="0" name=""/>
        <dsp:cNvSpPr/>
      </dsp:nvSpPr>
      <dsp:spPr>
        <a:xfrm>
          <a:off x="0" y="3439354"/>
          <a:ext cx="3943350" cy="916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82530-1971-439F-9002-F3588B4D84B5}">
      <dsp:nvSpPr>
        <dsp:cNvPr id="0" name=""/>
        <dsp:cNvSpPr/>
      </dsp:nvSpPr>
      <dsp:spPr>
        <a:xfrm>
          <a:off x="277094" y="3645458"/>
          <a:ext cx="503807" cy="5038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A5424-E409-45F4-9040-CC73AEAC19DC}">
      <dsp:nvSpPr>
        <dsp:cNvPr id="0" name=""/>
        <dsp:cNvSpPr/>
      </dsp:nvSpPr>
      <dsp:spPr>
        <a:xfrm>
          <a:off x="1057996" y="3439354"/>
          <a:ext cx="288535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What is the relationship between price and room type?</a:t>
          </a:r>
        </a:p>
      </dsp:txBody>
      <dsp:txXfrm>
        <a:off x="1057996" y="3439354"/>
        <a:ext cx="2885353" cy="916014"/>
      </dsp:txXfrm>
    </dsp:sp>
    <dsp:sp modelId="{5169CE11-6174-455A-8B4F-81A515B67B8D}">
      <dsp:nvSpPr>
        <dsp:cNvPr id="0" name=""/>
        <dsp:cNvSpPr/>
      </dsp:nvSpPr>
      <dsp:spPr>
        <a:xfrm>
          <a:off x="0" y="4584372"/>
          <a:ext cx="3943350" cy="916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A612E-36F8-42E2-BE4C-71A1A384CA61}">
      <dsp:nvSpPr>
        <dsp:cNvPr id="0" name=""/>
        <dsp:cNvSpPr/>
      </dsp:nvSpPr>
      <dsp:spPr>
        <a:xfrm>
          <a:off x="277094" y="4790476"/>
          <a:ext cx="503807" cy="50380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6663A-EC62-40F6-BC3E-B8C634B2D6EC}">
      <dsp:nvSpPr>
        <dsp:cNvPr id="0" name=""/>
        <dsp:cNvSpPr/>
      </dsp:nvSpPr>
      <dsp:spPr>
        <a:xfrm>
          <a:off x="1057996" y="4584372"/>
          <a:ext cx="2885353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How has the number of reviews changed over time?</a:t>
          </a:r>
        </a:p>
      </dsp:txBody>
      <dsp:txXfrm>
        <a:off x="1057996" y="4584372"/>
        <a:ext cx="2885353" cy="9160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0B1DE-37CE-4E8D-ABCB-898F6C7DADD5}">
      <dsp:nvSpPr>
        <dsp:cNvPr id="0" name=""/>
        <dsp:cNvSpPr/>
      </dsp:nvSpPr>
      <dsp:spPr>
        <a:xfrm>
          <a:off x="283199" y="1198648"/>
          <a:ext cx="880330" cy="880330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E9A93-DDEB-4D88-8F6F-BD5A0D171150}">
      <dsp:nvSpPr>
        <dsp:cNvPr id="0" name=""/>
        <dsp:cNvSpPr/>
      </dsp:nvSpPr>
      <dsp:spPr>
        <a:xfrm>
          <a:off x="470810" y="1386259"/>
          <a:ext cx="505107" cy="5051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25C0A-EBE4-4060-8F20-CB94B71136C7}">
      <dsp:nvSpPr>
        <dsp:cNvPr id="0" name=""/>
        <dsp:cNvSpPr/>
      </dsp:nvSpPr>
      <dsp:spPr>
        <a:xfrm>
          <a:off x="1782" y="2353179"/>
          <a:ext cx="1443164" cy="9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● The listing prices show a wide distribution with no specific concentration, indicating Airbnb offers pricing diversity to attract various customer segments.</a:t>
          </a:r>
        </a:p>
      </dsp:txBody>
      <dsp:txXfrm>
        <a:off x="1782" y="2353179"/>
        <a:ext cx="1443164" cy="974135"/>
      </dsp:txXfrm>
    </dsp:sp>
    <dsp:sp modelId="{7A64C1F5-C058-4A64-8076-15F388388BE8}">
      <dsp:nvSpPr>
        <dsp:cNvPr id="0" name=""/>
        <dsp:cNvSpPr/>
      </dsp:nvSpPr>
      <dsp:spPr>
        <a:xfrm>
          <a:off x="1978917" y="1198648"/>
          <a:ext cx="880330" cy="880330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306E4-CDCA-474E-99A6-F719B564C9FF}">
      <dsp:nvSpPr>
        <dsp:cNvPr id="0" name=""/>
        <dsp:cNvSpPr/>
      </dsp:nvSpPr>
      <dsp:spPr>
        <a:xfrm>
          <a:off x="2166528" y="1386259"/>
          <a:ext cx="505107" cy="5051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25684-B929-41AF-A0E7-B56E7E381123}">
      <dsp:nvSpPr>
        <dsp:cNvPr id="0" name=""/>
        <dsp:cNvSpPr/>
      </dsp:nvSpPr>
      <dsp:spPr>
        <a:xfrm>
          <a:off x="1697500" y="2353179"/>
          <a:ext cx="1443164" cy="9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● ‘Entire home/apt’ and ‘Private room’ listings are most common, revealing strong guest preference for privacy and exclusive space.</a:t>
          </a:r>
        </a:p>
      </dsp:txBody>
      <dsp:txXfrm>
        <a:off x="1697500" y="2353179"/>
        <a:ext cx="1443164" cy="974135"/>
      </dsp:txXfrm>
    </dsp:sp>
    <dsp:sp modelId="{58BFF74F-39EA-4A65-BF4E-5AAB7E221B22}">
      <dsp:nvSpPr>
        <dsp:cNvPr id="0" name=""/>
        <dsp:cNvSpPr/>
      </dsp:nvSpPr>
      <dsp:spPr>
        <a:xfrm>
          <a:off x="3674634" y="1198648"/>
          <a:ext cx="880330" cy="880330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B101A-E278-46DF-8130-8B0F11B4F5D4}">
      <dsp:nvSpPr>
        <dsp:cNvPr id="0" name=""/>
        <dsp:cNvSpPr/>
      </dsp:nvSpPr>
      <dsp:spPr>
        <a:xfrm>
          <a:off x="3862246" y="1386259"/>
          <a:ext cx="505107" cy="5051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435B6-AFEC-4B82-B69F-2327FE6568D4}">
      <dsp:nvSpPr>
        <dsp:cNvPr id="0" name=""/>
        <dsp:cNvSpPr/>
      </dsp:nvSpPr>
      <dsp:spPr>
        <a:xfrm>
          <a:off x="3393217" y="2353179"/>
          <a:ext cx="1443164" cy="9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● Manhattan and Brooklyn dominate in listing volume, signaling high activity and popularity in these central neighborhoods.</a:t>
          </a:r>
        </a:p>
      </dsp:txBody>
      <dsp:txXfrm>
        <a:off x="3393217" y="2353179"/>
        <a:ext cx="1443164" cy="974135"/>
      </dsp:txXfrm>
    </dsp:sp>
    <dsp:sp modelId="{18D85EEC-A524-444E-A943-97745A43BA96}">
      <dsp:nvSpPr>
        <dsp:cNvPr id="0" name=""/>
        <dsp:cNvSpPr/>
      </dsp:nvSpPr>
      <dsp:spPr>
        <a:xfrm>
          <a:off x="5370352" y="1198648"/>
          <a:ext cx="880330" cy="880330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59ACF-0572-43A2-BA0A-02F9D2330B56}">
      <dsp:nvSpPr>
        <dsp:cNvPr id="0" name=""/>
        <dsp:cNvSpPr/>
      </dsp:nvSpPr>
      <dsp:spPr>
        <a:xfrm>
          <a:off x="5557964" y="1386259"/>
          <a:ext cx="505107" cy="5051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3E339-3543-45CC-AFBB-80BDACA98C4A}">
      <dsp:nvSpPr>
        <dsp:cNvPr id="0" name=""/>
        <dsp:cNvSpPr/>
      </dsp:nvSpPr>
      <dsp:spPr>
        <a:xfrm>
          <a:off x="5088935" y="2353179"/>
          <a:ext cx="1443164" cy="9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● Price levels vary by room type, with ‘Shared room’ being the most affordable and ‘Hotel room’ or ‘Entire home/apt’ priced higher due to greater amenities and privacy.</a:t>
          </a:r>
        </a:p>
      </dsp:txBody>
      <dsp:txXfrm>
        <a:off x="5088935" y="2353179"/>
        <a:ext cx="1443164" cy="974135"/>
      </dsp:txXfrm>
    </dsp:sp>
    <dsp:sp modelId="{7740A9AD-F61B-4E23-AF37-500FDB103610}">
      <dsp:nvSpPr>
        <dsp:cNvPr id="0" name=""/>
        <dsp:cNvSpPr/>
      </dsp:nvSpPr>
      <dsp:spPr>
        <a:xfrm>
          <a:off x="7066070" y="1198648"/>
          <a:ext cx="880330" cy="880330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7EA94-7DAF-4F02-AF92-BF1952633B08}">
      <dsp:nvSpPr>
        <dsp:cNvPr id="0" name=""/>
        <dsp:cNvSpPr/>
      </dsp:nvSpPr>
      <dsp:spPr>
        <a:xfrm>
          <a:off x="7253681" y="1386259"/>
          <a:ext cx="505107" cy="50510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2A75D-79B3-4D9B-9E2A-4DEE77192DF1}">
      <dsp:nvSpPr>
        <dsp:cNvPr id="0" name=""/>
        <dsp:cNvSpPr/>
      </dsp:nvSpPr>
      <dsp:spPr>
        <a:xfrm>
          <a:off x="6784653" y="2353179"/>
          <a:ext cx="1443164" cy="9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● Review trends over time show noticeable peaks and dips, helping identify periods of high user engagement, which can guide marketing and resource planning.</a:t>
          </a:r>
        </a:p>
      </dsp:txBody>
      <dsp:txXfrm>
        <a:off x="6784653" y="2353179"/>
        <a:ext cx="1443164" cy="9741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91909-3B41-4720-A22F-DDE5ABAB49E0}">
      <dsp:nvSpPr>
        <dsp:cNvPr id="0" name=""/>
        <dsp:cNvSpPr/>
      </dsp:nvSpPr>
      <dsp:spPr>
        <a:xfrm>
          <a:off x="145153" y="1672834"/>
          <a:ext cx="1005669" cy="1005669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263AC2-C9EE-49ED-8B87-CFBA1BCD29B1}">
      <dsp:nvSpPr>
        <dsp:cNvPr id="0" name=""/>
        <dsp:cNvSpPr/>
      </dsp:nvSpPr>
      <dsp:spPr>
        <a:xfrm>
          <a:off x="356344" y="1884024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6C8EC-4A42-4EE7-9FCD-64E6696D0472}">
      <dsp:nvSpPr>
        <dsp:cNvPr id="0" name=""/>
        <dsp:cNvSpPr/>
      </dsp:nvSpPr>
      <dsp:spPr>
        <a:xfrm>
          <a:off x="1366323" y="167283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Presented by: Dharmesh Parmar</a:t>
          </a:r>
        </a:p>
        <a:p>
          <a:pPr marL="0" lvl="0" indent="0" algn="l" defTabSz="844550"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900" kern="1200"/>
        </a:p>
      </dsp:txBody>
      <dsp:txXfrm>
        <a:off x="1366323" y="1672834"/>
        <a:ext cx="2370505" cy="1005669"/>
      </dsp:txXfrm>
    </dsp:sp>
    <dsp:sp modelId="{B31AAC2F-E7DA-49BC-9DD9-1A1968297508}">
      <dsp:nvSpPr>
        <dsp:cNvPr id="0" name=""/>
        <dsp:cNvSpPr/>
      </dsp:nvSpPr>
      <dsp:spPr>
        <a:xfrm>
          <a:off x="4149871" y="1672834"/>
          <a:ext cx="1005669" cy="1005669"/>
        </a:xfrm>
        <a:prstGeom prst="ellipse">
          <a:avLst/>
        </a:prstGeom>
        <a:solidFill>
          <a:srgbClr val="FF757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4643F-AB3F-4352-8435-5F5E3AF66835}">
      <dsp:nvSpPr>
        <dsp:cNvPr id="0" name=""/>
        <dsp:cNvSpPr/>
      </dsp:nvSpPr>
      <dsp:spPr>
        <a:xfrm>
          <a:off x="4361061" y="1884024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41A53-7288-4D28-9384-8F34931AA65D}">
      <dsp:nvSpPr>
        <dsp:cNvPr id="0" name=""/>
        <dsp:cNvSpPr/>
      </dsp:nvSpPr>
      <dsp:spPr>
        <a:xfrm>
          <a:off x="5371040" y="167283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 appreciate your time and interest in this analysis.</a:t>
          </a:r>
        </a:p>
      </dsp:txBody>
      <dsp:txXfrm>
        <a:off x="5371040" y="1672834"/>
        <a:ext cx="2370505" cy="100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foto.wuestenigel.com/sonnige-luftaufnahme-der-landschaft-im-serbischen-zlatibor-gebirge/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a triangle and a ribbon&#10;&#10;AI-generated content may be incorrect.">
            <a:extLst>
              <a:ext uri="{FF2B5EF4-FFF2-40B4-BE49-F238E27FC236}">
                <a16:creationId xmlns:a16="http://schemas.microsoft.com/office/drawing/2014/main" id="{2526F4D3-D009-059A-EE9C-F138B0420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314" y="1903655"/>
            <a:ext cx="1943371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alpha val="50000"/>
            </a:schemeClr>
          </a:solidFill>
        </p:spPr>
        <p:txBody>
          <a:bodyPr/>
          <a:lstStyle/>
          <a:p>
            <a:r>
              <a:rPr dirty="0">
                <a:solidFill>
                  <a:srgbClr val="FF7575"/>
                </a:solidFill>
              </a:rPr>
              <a:t>Company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361D1-F748-EB16-A1AA-5A38F78B44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28189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7575"/>
                </a:solidFill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 dirty="0">
                <a:solidFill>
                  <a:srgbClr val="FF7575"/>
                </a:solidFill>
              </a:rPr>
              <a:t>To analyze Airbnb listing data and extract key business insights by answering five targeted questions through data visualization and interpretation.</a:t>
            </a:r>
          </a:p>
        </p:txBody>
      </p:sp>
      <p:pic>
        <p:nvPicPr>
          <p:cNvPr id="5" name="Picture 4" descr="Blue push pin surrounded by circle of red push pins">
            <a:extLst>
              <a:ext uri="{FF2B5EF4-FFF2-40B4-BE49-F238E27FC236}">
                <a16:creationId xmlns:a16="http://schemas.microsoft.com/office/drawing/2014/main" id="{3FE035C9-9A3F-9A88-CD99-DF6D2D08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22" r="30600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3647136" cy="5569291"/>
          </a:xfrm>
        </p:spPr>
        <p:txBody>
          <a:bodyPr>
            <a:normAutofit/>
          </a:bodyPr>
          <a:lstStyle/>
          <a:p>
            <a:r>
              <a:rPr lang="en-IN" sz="4500" dirty="0">
                <a:solidFill>
                  <a:srgbClr val="FF7575"/>
                </a:solidFill>
              </a:rPr>
              <a:t>Analytical Questions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BD76D80B-379C-62CD-3C7B-2914858DF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439364"/>
              </p:ext>
            </p:extLst>
          </p:nvPr>
        </p:nvGraphicFramePr>
        <p:xfrm>
          <a:off x="4574286" y="621792"/>
          <a:ext cx="394335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7575"/>
                </a:solidFill>
              </a:rPr>
              <a:t>Insights from Data Analysis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C6FAB99-2082-0F7B-600B-CD76A5F47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84050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F0C9C4-090A-3798-368C-D87414224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06134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281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Company Overview</vt:lpstr>
      <vt:lpstr>Objective of the Project</vt:lpstr>
      <vt:lpstr>Analytical Questions</vt:lpstr>
      <vt:lpstr>Insights from Data Analysis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Dharmesh Parmar</dc:creator>
  <cp:keywords/>
  <dc:description>generated using python-pptx</dc:description>
  <cp:lastModifiedBy>Dharmesh Parmar</cp:lastModifiedBy>
  <cp:revision>2</cp:revision>
  <dcterms:created xsi:type="dcterms:W3CDTF">2013-01-27T09:14:16Z</dcterms:created>
  <dcterms:modified xsi:type="dcterms:W3CDTF">2025-05-02T08:58:37Z</dcterms:modified>
  <cp:category/>
</cp:coreProperties>
</file>